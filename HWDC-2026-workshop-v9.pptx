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82ad074ca4e3e" /><Relationship Type="http://schemas.openxmlformats.org/officeDocument/2006/relationships/extended-properties" Target="/docProps/app.xml" Id="Rb06e3ee87a2e4208" /><Relationship Type="http://schemas.openxmlformats.org/officeDocument/2006/relationships/officeDocument" Target="/ppt/presentation.xml" Id="R93c9be1a411f44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6323c8326421f"/>
  </p:sldMasterIdLst>
  <p:notesMasterIdLst>
    <p:notesMasterId xmlns:r="http://schemas.openxmlformats.org/officeDocument/2006/relationships" r:id="Rf662369c4c774421"/>
  </p:notesMasterIdLst>
  <p:sldIdLst>
    <p:sldId xmlns:r="http://schemas.openxmlformats.org/officeDocument/2006/relationships" id="256" r:id="Rb8b4d06517fd46b2"/>
    <p:sldId xmlns:r="http://schemas.openxmlformats.org/officeDocument/2006/relationships" id="257" r:id="R36883298d2534492"/>
    <p:sldId xmlns:r="http://schemas.openxmlformats.org/officeDocument/2006/relationships" id="258" r:id="R9738edd2fb874a66"/>
    <p:sldId xmlns:r="http://schemas.openxmlformats.org/officeDocument/2006/relationships" id="259" r:id="R9ca6db9e33e74b6c"/>
    <p:sldId xmlns:r="http://schemas.openxmlformats.org/officeDocument/2006/relationships" id="260" r:id="R7d733af45fb64a8f"/>
    <p:sldId xmlns:r="http://schemas.openxmlformats.org/officeDocument/2006/relationships" id="261" r:id="R0b8eae30323c4bab"/>
    <p:sldId xmlns:r="http://schemas.openxmlformats.org/officeDocument/2006/relationships" id="262" r:id="R768c033789854c37"/>
    <p:sldId xmlns:r="http://schemas.openxmlformats.org/officeDocument/2006/relationships" id="263" r:id="Ra875bf35da6b4db5"/>
    <p:sldId xmlns:r="http://schemas.openxmlformats.org/officeDocument/2006/relationships" id="264" r:id="R8257992f44f84692"/>
    <p:sldId xmlns:r="http://schemas.openxmlformats.org/officeDocument/2006/relationships" id="265" r:id="Rd584c689e0ff4cac"/>
    <p:sldId xmlns:r="http://schemas.openxmlformats.org/officeDocument/2006/relationships" id="266" r:id="R45608c2b596c42fa"/>
    <p:sldId xmlns:r="http://schemas.openxmlformats.org/officeDocument/2006/relationships" id="267" r:id="Rec008ef1f45844d4"/>
    <p:sldId xmlns:r="http://schemas.openxmlformats.org/officeDocument/2006/relationships" id="268" r:id="R257248c05dd54046"/>
    <p:sldId xmlns:r="http://schemas.openxmlformats.org/officeDocument/2006/relationships" id="269" r:id="Rb6fd8f62e9ac4edf"/>
    <p:sldId xmlns:r="http://schemas.openxmlformats.org/officeDocument/2006/relationships" id="270" r:id="R5376c07de12a40c8"/>
    <p:sldId xmlns:r="http://schemas.openxmlformats.org/officeDocument/2006/relationships" id="271" r:id="Ra042c72ba91f4c23"/>
    <p:sldId xmlns:r="http://schemas.openxmlformats.org/officeDocument/2006/relationships" id="272" r:id="Ra1dbda8371b44f98"/>
    <p:sldId xmlns:r="http://schemas.openxmlformats.org/officeDocument/2006/relationships" id="273" r:id="R5640191c14d04329"/>
    <p:sldId xmlns:r="http://schemas.openxmlformats.org/officeDocument/2006/relationships" id="274" r:id="R0e3874a40db64d4c"/>
    <p:sldId xmlns:r="http://schemas.openxmlformats.org/officeDocument/2006/relationships" id="275" r:id="Rbe05d23df3b847c7"/>
    <p:sldId xmlns:r="http://schemas.openxmlformats.org/officeDocument/2006/relationships" id="276" r:id="Rabc525149bcd4e44"/>
    <p:sldId xmlns:r="http://schemas.openxmlformats.org/officeDocument/2006/relationships" id="277" r:id="R12b3ac221f084ef3"/>
    <p:sldId xmlns:r="http://schemas.openxmlformats.org/officeDocument/2006/relationships" id="278" r:id="R63e6c3758c60450b"/>
    <p:sldId xmlns:r="http://schemas.openxmlformats.org/officeDocument/2006/relationships" id="279" r:id="R752e3663f9b347c7"/>
    <p:sldId xmlns:r="http://schemas.openxmlformats.org/officeDocument/2006/relationships" id="280" r:id="Rc7d8d5d79a0d41df"/>
    <p:sldId xmlns:r="http://schemas.openxmlformats.org/officeDocument/2006/relationships" id="281" r:id="R0e263616cbdc41fe"/>
    <p:sldId xmlns:r="http://schemas.openxmlformats.org/officeDocument/2006/relationships" id="282" r:id="Rd1ade30f0ddc43aa"/>
    <p:sldId xmlns:r="http://schemas.openxmlformats.org/officeDocument/2006/relationships" id="283" r:id="R52dd6cbd601d4db9"/>
    <p:sldId xmlns:r="http://schemas.openxmlformats.org/officeDocument/2006/relationships" id="284" r:id="Rfcbff85186af478d"/>
    <p:sldId xmlns:r="http://schemas.openxmlformats.org/officeDocument/2006/relationships" id="285" r:id="R97a85070a3204660"/>
    <p:sldId xmlns:r="http://schemas.openxmlformats.org/officeDocument/2006/relationships" id="286" r:id="R78ff4c3be92440da"/>
    <p:sldId xmlns:r="http://schemas.openxmlformats.org/officeDocument/2006/relationships" id="287" r:id="Rc5286d276ac84f3f"/>
    <p:sldId xmlns:r="http://schemas.openxmlformats.org/officeDocument/2006/relationships" id="288" r:id="R4b47dcf281c14b8d"/>
    <p:sldId xmlns:r="http://schemas.openxmlformats.org/officeDocument/2006/relationships" id="289" r:id="Re03c5f5aed4544d9"/>
    <p:sldId xmlns:r="http://schemas.openxmlformats.org/officeDocument/2006/relationships" id="290" r:id="R5f8027c0611546d5"/>
    <p:sldId xmlns:r="http://schemas.openxmlformats.org/officeDocument/2006/relationships" id="291" r:id="R56b6d1bae1444e9d"/>
    <p:sldId xmlns:r="http://schemas.openxmlformats.org/officeDocument/2006/relationships" id="292" r:id="Rf2ba10585cce4366"/>
    <p:sldId xmlns:r="http://schemas.openxmlformats.org/officeDocument/2006/relationships" id="293" r:id="R5073b90200a14b47"/>
    <p:sldId xmlns:r="http://schemas.openxmlformats.org/officeDocument/2006/relationships" id="294" r:id="Rf9eb6f33e14148a5"/>
    <p:sldId xmlns:r="http://schemas.openxmlformats.org/officeDocument/2006/relationships" id="295" r:id="R28585949b81f424d"/>
    <p:sldId xmlns:r="http://schemas.openxmlformats.org/officeDocument/2006/relationships" id="296" r:id="R638b48fa708b4238"/>
    <p:sldId xmlns:r="http://schemas.openxmlformats.org/officeDocument/2006/relationships" id="297" r:id="R1e81db67d88e48b0"/>
    <p:sldId xmlns:r="http://schemas.openxmlformats.org/officeDocument/2006/relationships" id="298" r:id="Rbc96f94e7ec544a6"/>
    <p:sldId xmlns:r="http://schemas.openxmlformats.org/officeDocument/2006/relationships" id="299" r:id="R6712cc50088946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ab94b1ba28440e" /><Relationship Type="http://schemas.openxmlformats.org/officeDocument/2006/relationships/slideMaster" Target="/ppt/slideMasters/slideMaster1.xml" Id="Reff6323c8326421f" /><Relationship Type="http://schemas.openxmlformats.org/officeDocument/2006/relationships/notesMaster" Target="/ppt/notesMasters/notesMaster1.xml" Id="Rf662369c4c774421" /><Relationship Type="http://schemas.openxmlformats.org/officeDocument/2006/relationships/presProps" Target="/ppt/presProps.xml" Id="R61ca3225829d4aa1" /><Relationship Type="http://schemas.openxmlformats.org/officeDocument/2006/relationships/tableStyles" Target="/ppt/tableStyles.xml" Id="R2667276369d14d93" /><Relationship Type="http://schemas.openxmlformats.org/officeDocument/2006/relationships/slide" Target="/ppt/slides/slide1.xml" Id="Rb8b4d06517fd46b2" /><Relationship Type="http://schemas.openxmlformats.org/officeDocument/2006/relationships/slide" Target="/ppt/slides/slide2.xml" Id="R36883298d2534492" /><Relationship Type="http://schemas.openxmlformats.org/officeDocument/2006/relationships/slide" Target="/ppt/slides/slide3.xml" Id="R9738edd2fb874a66" /><Relationship Type="http://schemas.openxmlformats.org/officeDocument/2006/relationships/slide" Target="/ppt/slides/slide4.xml" Id="R9ca6db9e33e74b6c" /><Relationship Type="http://schemas.openxmlformats.org/officeDocument/2006/relationships/slide" Target="/ppt/slides/slide5.xml" Id="R7d733af45fb64a8f" /><Relationship Type="http://schemas.openxmlformats.org/officeDocument/2006/relationships/slide" Target="/ppt/slides/slide6.xml" Id="R0b8eae30323c4bab" /><Relationship Type="http://schemas.openxmlformats.org/officeDocument/2006/relationships/slide" Target="/ppt/slides/slide7.xml" Id="R768c033789854c37" /><Relationship Type="http://schemas.openxmlformats.org/officeDocument/2006/relationships/slide" Target="/ppt/slides/slide8.xml" Id="Ra875bf35da6b4db5" /><Relationship Type="http://schemas.openxmlformats.org/officeDocument/2006/relationships/slide" Target="/ppt/slides/slide9.xml" Id="R8257992f44f84692" /><Relationship Type="http://schemas.openxmlformats.org/officeDocument/2006/relationships/slide" Target="/ppt/slides/slide10.xml" Id="Rd584c689e0ff4cac" /><Relationship Type="http://schemas.openxmlformats.org/officeDocument/2006/relationships/slide" Target="/ppt/slides/slide11.xml" Id="R45608c2b596c42fa" /><Relationship Type="http://schemas.openxmlformats.org/officeDocument/2006/relationships/slide" Target="/ppt/slides/slide12.xml" Id="Rec008ef1f45844d4" /><Relationship Type="http://schemas.openxmlformats.org/officeDocument/2006/relationships/slide" Target="/ppt/slides/slide13.xml" Id="R257248c05dd54046" /><Relationship Type="http://schemas.openxmlformats.org/officeDocument/2006/relationships/slide" Target="/ppt/slides/slide14.xml" Id="Rb6fd8f62e9ac4edf" /><Relationship Type="http://schemas.openxmlformats.org/officeDocument/2006/relationships/slide" Target="/ppt/slides/slide15.xml" Id="R5376c07de12a40c8" /><Relationship Type="http://schemas.openxmlformats.org/officeDocument/2006/relationships/slide" Target="/ppt/slides/slide16.xml" Id="Ra042c72ba91f4c23" /><Relationship Type="http://schemas.openxmlformats.org/officeDocument/2006/relationships/slide" Target="/ppt/slides/slide17.xml" Id="Ra1dbda8371b44f98" /><Relationship Type="http://schemas.openxmlformats.org/officeDocument/2006/relationships/slide" Target="/ppt/slides/slide18.xml" Id="R5640191c14d04329" /><Relationship Type="http://schemas.openxmlformats.org/officeDocument/2006/relationships/slide" Target="/ppt/slides/slide19.xml" Id="R0e3874a40db64d4c" /><Relationship Type="http://schemas.openxmlformats.org/officeDocument/2006/relationships/slide" Target="/ppt/slides/slide20.xml" Id="Rbe05d23df3b847c7" /><Relationship Type="http://schemas.openxmlformats.org/officeDocument/2006/relationships/slide" Target="/ppt/slides/slide21.xml" Id="Rabc525149bcd4e44" /><Relationship Type="http://schemas.openxmlformats.org/officeDocument/2006/relationships/slide" Target="/ppt/slides/slide22.xml" Id="R12b3ac221f084ef3" /><Relationship Type="http://schemas.openxmlformats.org/officeDocument/2006/relationships/slide" Target="/ppt/slides/slide23.xml" Id="R63e6c3758c60450b" /><Relationship Type="http://schemas.openxmlformats.org/officeDocument/2006/relationships/slide" Target="/ppt/slides/slide24.xml" Id="R752e3663f9b347c7" /><Relationship Type="http://schemas.openxmlformats.org/officeDocument/2006/relationships/slide" Target="/ppt/slides/slide25.xml" Id="Rc7d8d5d79a0d41df" /><Relationship Type="http://schemas.openxmlformats.org/officeDocument/2006/relationships/slide" Target="/ppt/slides/slide26.xml" Id="R0e263616cbdc41fe" /><Relationship Type="http://schemas.openxmlformats.org/officeDocument/2006/relationships/slide" Target="/ppt/slides/slide27.xml" Id="Rd1ade30f0ddc43aa" /><Relationship Type="http://schemas.openxmlformats.org/officeDocument/2006/relationships/slide" Target="/ppt/slides/slide28.xml" Id="R52dd6cbd601d4db9" /><Relationship Type="http://schemas.openxmlformats.org/officeDocument/2006/relationships/slide" Target="/ppt/slides/slide29.xml" Id="Rfcbff85186af478d" /><Relationship Type="http://schemas.openxmlformats.org/officeDocument/2006/relationships/slide" Target="/ppt/slides/slide30.xml" Id="R97a85070a3204660" /><Relationship Type="http://schemas.openxmlformats.org/officeDocument/2006/relationships/slide" Target="/ppt/slides/slide31.xml" Id="R78ff4c3be92440da" /><Relationship Type="http://schemas.openxmlformats.org/officeDocument/2006/relationships/slide" Target="/ppt/slides/slide32.xml" Id="Rc5286d276ac84f3f" /><Relationship Type="http://schemas.openxmlformats.org/officeDocument/2006/relationships/slide" Target="/ppt/slides/slide33.xml" Id="R4b47dcf281c14b8d" /><Relationship Type="http://schemas.openxmlformats.org/officeDocument/2006/relationships/slide" Target="/ppt/slides/slide34.xml" Id="Re03c5f5aed4544d9" /><Relationship Type="http://schemas.openxmlformats.org/officeDocument/2006/relationships/slide" Target="/ppt/slides/slide35.xml" Id="R5f8027c0611546d5" /><Relationship Type="http://schemas.openxmlformats.org/officeDocument/2006/relationships/slide" Target="/ppt/slides/slide36.xml" Id="R56b6d1bae1444e9d" /><Relationship Type="http://schemas.openxmlformats.org/officeDocument/2006/relationships/slide" Target="/ppt/slides/slide37.xml" Id="Rf2ba10585cce4366" /><Relationship Type="http://schemas.openxmlformats.org/officeDocument/2006/relationships/slide" Target="/ppt/slides/slide38.xml" Id="R5073b90200a14b47" /><Relationship Type="http://schemas.openxmlformats.org/officeDocument/2006/relationships/slide" Target="/ppt/slides/slide39.xml" Id="Rf9eb6f33e14148a5" /><Relationship Type="http://schemas.openxmlformats.org/officeDocument/2006/relationships/slide" Target="/ppt/slides/slide40.xml" Id="R28585949b81f424d" /><Relationship Type="http://schemas.openxmlformats.org/officeDocument/2006/relationships/slide" Target="/ppt/slides/slide41.xml" Id="R638b48fa708b4238" /><Relationship Type="http://schemas.openxmlformats.org/officeDocument/2006/relationships/slide" Target="/ppt/slides/slide42.xml" Id="R1e81db67d88e48b0" /><Relationship Type="http://schemas.openxmlformats.org/officeDocument/2006/relationships/slide" Target="/ppt/slides/slide43.xml" Id="Rbc96f94e7ec544a6" /><Relationship Type="http://schemas.openxmlformats.org/officeDocument/2006/relationships/slide" Target="/ppt/slides/slide44.xml" Id="R6712cc500889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a857b82a0c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742a4213924648" /><Relationship Type="http://schemas.openxmlformats.org/officeDocument/2006/relationships/notesMaster" Target="/ppt/notesMasters/notesMaster1.xml" Id="Re1ee4705f4c7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85e0afe86a43a1" /><Relationship Type="http://schemas.openxmlformats.org/officeDocument/2006/relationships/notesMaster" Target="/ppt/notesMasters/notesMaster1.xml" Id="R404a6a7c1f9f41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71f6731e514325" /><Relationship Type="http://schemas.openxmlformats.org/officeDocument/2006/relationships/notesMaster" Target="/ppt/notesMasters/notesMaster1.xml" Id="R4232ff4e005040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d42e61a9ab49d3" /><Relationship Type="http://schemas.openxmlformats.org/officeDocument/2006/relationships/notesMaster" Target="/ppt/notesMasters/notesMaster1.xml" Id="Ra0086b5d376d49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d9bbe665e74548" /><Relationship Type="http://schemas.openxmlformats.org/officeDocument/2006/relationships/notesMaster" Target="/ppt/notesMasters/notesMaster1.xml" Id="R396d90d5cb9148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24c91150774d21" /><Relationship Type="http://schemas.openxmlformats.org/officeDocument/2006/relationships/notesMaster" Target="/ppt/notesMasters/notesMaster1.xml" Id="R965e7107e2bd41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80eaf3c1144ba5" /><Relationship Type="http://schemas.openxmlformats.org/officeDocument/2006/relationships/notesMaster" Target="/ppt/notesMasters/notesMaster1.xml" Id="Rc860c58c84174e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ec27bfeadf4b40" /><Relationship Type="http://schemas.openxmlformats.org/officeDocument/2006/relationships/notesMaster" Target="/ppt/notesMasters/notesMaster1.xml" Id="R05d9c6d228cf40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44692061444882" /><Relationship Type="http://schemas.openxmlformats.org/officeDocument/2006/relationships/notesMaster" Target="/ppt/notesMasters/notesMaster1.xml" Id="R20f0a35300ed49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e26b6f6d2949c7" /><Relationship Type="http://schemas.openxmlformats.org/officeDocument/2006/relationships/notesMaster" Target="/ppt/notesMasters/notesMaster1.xml" Id="R97617f090b6b40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dd883565794caf" /><Relationship Type="http://schemas.openxmlformats.org/officeDocument/2006/relationships/notesMaster" Target="/ppt/notesMasters/notesMaster1.xml" Id="R0fd1256770224c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37033b8a624545" /><Relationship Type="http://schemas.openxmlformats.org/officeDocument/2006/relationships/notesMaster" Target="/ppt/notesMasters/notesMaster1.xml" Id="Rdda9039df32841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c762bfc555463a" /><Relationship Type="http://schemas.openxmlformats.org/officeDocument/2006/relationships/notesMaster" Target="/ppt/notesMasters/notesMaster1.xml" Id="Ra6741d91958d48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5cc72318e446c6" /><Relationship Type="http://schemas.openxmlformats.org/officeDocument/2006/relationships/notesMaster" Target="/ppt/notesMasters/notesMaster1.xml" Id="R80bd7bd0231043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0799c4af8148e5" /><Relationship Type="http://schemas.openxmlformats.org/officeDocument/2006/relationships/notesMaster" Target="/ppt/notesMasters/notesMaster1.xml" Id="R85c334b8d15a46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c5c0a979674062" /><Relationship Type="http://schemas.openxmlformats.org/officeDocument/2006/relationships/notesMaster" Target="/ppt/notesMasters/notesMaster1.xml" Id="Rc3e0923057004a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10aa767f8247ae" /><Relationship Type="http://schemas.openxmlformats.org/officeDocument/2006/relationships/notesMaster" Target="/ppt/notesMasters/notesMaster1.xml" Id="R865cc0d2edf14d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fbe0dc5d7c4ff1" /><Relationship Type="http://schemas.openxmlformats.org/officeDocument/2006/relationships/notesMaster" Target="/ppt/notesMasters/notesMaster1.xml" Id="Ra6643bbd50d344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e7ba9fb1ad409b" /><Relationship Type="http://schemas.openxmlformats.org/officeDocument/2006/relationships/notesMaster" Target="/ppt/notesMasters/notesMaster1.xml" Id="R0fed85888e6240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c379b35ee24259" /><Relationship Type="http://schemas.openxmlformats.org/officeDocument/2006/relationships/notesMaster" Target="/ppt/notesMasters/notesMaster1.xml" Id="R62205d89f5db4b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b0baad4e87493d" /><Relationship Type="http://schemas.openxmlformats.org/officeDocument/2006/relationships/notesMaster" Target="/ppt/notesMasters/notesMaster1.xml" Id="Ra49beb2ebe394f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4c554a1f5541cc" /><Relationship Type="http://schemas.openxmlformats.org/officeDocument/2006/relationships/notesMaster" Target="/ppt/notesMasters/notesMaster1.xml" Id="R6019cbbec80644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a0f0fe2979541a1" /><Relationship Type="http://schemas.openxmlformats.org/officeDocument/2006/relationships/notesMaster" Target="/ppt/notesMasters/notesMaster1.xml" Id="R00a56d3d56104e7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816623144a4aa7" /><Relationship Type="http://schemas.openxmlformats.org/officeDocument/2006/relationships/notesMaster" Target="/ppt/notesMasters/notesMaster1.xml" Id="Ra2994a7b0faf4a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a903e741614131" /><Relationship Type="http://schemas.openxmlformats.org/officeDocument/2006/relationships/notesMaster" Target="/ppt/notesMasters/notesMaster1.xml" Id="R6203043b399246a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d88442634f544a8" /><Relationship Type="http://schemas.openxmlformats.org/officeDocument/2006/relationships/notesMaster" Target="/ppt/notesMasters/notesMaster1.xml" Id="R7576718509ec4e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bdbbcbcd73c4023" /><Relationship Type="http://schemas.openxmlformats.org/officeDocument/2006/relationships/notesMaster" Target="/ppt/notesMasters/notesMaster1.xml" Id="Re193620ff7a9475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6b5bbb1ea14324" /><Relationship Type="http://schemas.openxmlformats.org/officeDocument/2006/relationships/notesMaster" Target="/ppt/notesMasters/notesMaster1.xml" Id="R1a9d720a1dee445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809ea5170da4d11" /><Relationship Type="http://schemas.openxmlformats.org/officeDocument/2006/relationships/notesMaster" Target="/ppt/notesMasters/notesMaster1.xml" Id="R43fb0255a0ee4da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3d4f3d834484f3c" /><Relationship Type="http://schemas.openxmlformats.org/officeDocument/2006/relationships/notesMaster" Target="/ppt/notesMasters/notesMaster1.xml" Id="R22e2c27701e344f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be60096e4784a78" /><Relationship Type="http://schemas.openxmlformats.org/officeDocument/2006/relationships/notesMaster" Target="/ppt/notesMasters/notesMaster1.xml" Id="R2f07c1445f4948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2f7d038a3340e4" /><Relationship Type="http://schemas.openxmlformats.org/officeDocument/2006/relationships/notesMaster" Target="/ppt/notesMasters/notesMaster1.xml" Id="R0192e82a72ad488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50c03d6e698429b" /><Relationship Type="http://schemas.openxmlformats.org/officeDocument/2006/relationships/notesMaster" Target="/ppt/notesMasters/notesMaster1.xml" Id="Ra8c038bc67854ea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5d3d2e76a6b4477" /><Relationship Type="http://schemas.openxmlformats.org/officeDocument/2006/relationships/notesMaster" Target="/ppt/notesMasters/notesMaster1.xml" Id="Rb4d27a8dde2241f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71e074ac8548ee" /><Relationship Type="http://schemas.openxmlformats.org/officeDocument/2006/relationships/notesMaster" Target="/ppt/notesMasters/notesMaster1.xml" Id="Ra5a0d1f3ce704c4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483818b4c934ec0" /><Relationship Type="http://schemas.openxmlformats.org/officeDocument/2006/relationships/notesMaster" Target="/ppt/notesMasters/notesMaster1.xml" Id="R8c1aaf03947a4ef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a0410bc17d1414d" /><Relationship Type="http://schemas.openxmlformats.org/officeDocument/2006/relationships/notesMaster" Target="/ppt/notesMasters/notesMaster1.xml" Id="Raddb6c1a35944c1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e1c985c91747f6" /><Relationship Type="http://schemas.openxmlformats.org/officeDocument/2006/relationships/notesMaster" Target="/ppt/notesMasters/notesMaster1.xml" Id="Rf938c02470d64cc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14ee6f4de6c4258" /><Relationship Type="http://schemas.openxmlformats.org/officeDocument/2006/relationships/notesMaster" Target="/ppt/notesMasters/notesMaster1.xml" Id="R6b379af756fe434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9f8fde285254dc7" /><Relationship Type="http://schemas.openxmlformats.org/officeDocument/2006/relationships/notesMaster" Target="/ppt/notesMasters/notesMaster1.xml" Id="R269c72b5a09840d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d6c48d2baf44100" /><Relationship Type="http://schemas.openxmlformats.org/officeDocument/2006/relationships/notesMaster" Target="/ppt/notesMasters/notesMaster1.xml" Id="Rcab121502d0f4b7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da3cf07b1c0451b" /><Relationship Type="http://schemas.openxmlformats.org/officeDocument/2006/relationships/notesMaster" Target="/ppt/notesMasters/notesMaster1.xml" Id="Rcefa2a0ccbcc4fa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33837fe54c84051" /><Relationship Type="http://schemas.openxmlformats.org/officeDocument/2006/relationships/notesMaster" Target="/ppt/notesMasters/notesMaster1.xml" Id="R37ba8462df94413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3be15b84772476f" /><Relationship Type="http://schemas.openxmlformats.org/officeDocument/2006/relationships/notesMaster" Target="/ppt/notesMasters/notesMaster1.xml" Id="R1716e4ed217a49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點已經用完，請掃第 3 頁的 QR Code 填群組申請，留下 Lovable 登入 email，再向我示意。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講述：免費建置額度不是固定五次提示。今天的 5 點已用完或額度不足時，請掃右側 QR Code，只需填登入 Lovable 的 email。表單開放持連結者填寫，不要求登入 Google，也不公開其他人的回覆。送出後向講師示意。講師查看 Google 表單回覆，再安排 Lovable 群組邀請；申請送出不會自動加入。收到信後完成加入，確認可以繼續實作。仍無法建置時，保留狀態並以離線版做驗收。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操作：投影 QR Code 與可點選短網址。講師於自己的表單「回覆」分頁查看 email，再安排群組邀請；請學員確認信箱。需要在正式流程中再次顯示 QR 時，也可開第 35 頁附錄。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檢核：申請者填的是 Lovable 登入 email，知道需完成邀請流程。所有人記錄額度來源與切換時間，卡關者知道離線備援位置。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時間：13:30–13:30:30，30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講述：歡迎來到 HWDC 2026。今天用同一份 Web 需求，親自觀察 Lovable 與通用 AI 工具的建置、修改與驗收。我會以 Codex 桌面 App 示範，CLI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操作：確認投影與音量，說明今天的工具與共同任務，接著切到講師介紹。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轉場：先用一分鐘介紹我自己，以及我平常在做的事。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時間：13:30:30–13:32，1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講述：我是林建宏，大家也可以叫我 Wolke。我把自己定位成一名啟發者，希望把開發過程中的經驗與問題分享出來，幫助更多人理解並開始行動。我曾任 Google Developer Expert（2019–2023）與 LINE API Expert，也是技術書作者，曾在大學、社群與論壇講授。我的著作涵蓋 Gemini API、ChatGPT 協作程式開發和 LINE 聊天機器人。近期的書是《實用的 Gemini API 開發點子書》。我在 Medium 持續分享 AI 人機協作與提示工程。今天想和大家一起做的，是把需求說清楚，再親手檢查 AI 做出的成果。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操作：介紹照片、專業資格與著作。用約一分鐘講背景，最後 30 秒連到今天的 AI 協作與驗收主題。Medium 網址可點選，完整書名與來源在本頁備註及教材。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檢核：聽眾理解講師的實作與教學背景，以及本堂課為何重視需求、操作和驗收。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轉場：我們先看看今天會做出的議程收藏器，以及你會帶走什麼。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時間：13:32–13:35，3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講述：今天要完成的是找議程、收藏、重新整理後保留，再加上衝堂提示。這張畫面是使用真實議程附件的參考版，UI 只是其中一種可能。兩套工具各做一個初版，各接受一次相同的需求變更，再以完成度、時間與用量寫下自己的選型理由。你可以沿用熟悉的通用 AI 工具，只要需求與資料相同，並記錄條件。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操作：先用 90 秒操作離線參考版：搜尋林建宏，收藏 4996、5030，重新整理確認保留，再切第二版加入 5018 看衝堂。接著 60 秒說明兩段 15 分鐘初版與各 5 分鐘修改。最後 30 秒舉手詢問工具分布，提醒同學可使用自己的通用工具。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檢核：請學員說出畫面尚未證明的功能，例如重新整理保存。確認知道 UI 可以不同、通用工具可以自選，而且要留下作品與觀察紀錄。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可以自由設計。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邏輯，不固定畫面。所有議程兩天各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做出可試用的第一版。色彩、版型、字型都可以自由發揮。驗收表拿在自己手上，發現缺漏再描述操作與預期。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操作：直接複製本頁四句提示。下一頁提供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筆資料；不把 UI 相似度當成功條件。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快照。投影片寫出來源及附件完整網址。目前 GitHub repo 為私人，學員可使用教材包 materials 裡的 JSON；沒有 repo 權限時不要卡在 GitHub 登入。提示與資料分開，上傳完再送出第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操作：示範從教材包選取 hwdc-agenda-2026.json 上傳，確認附件後貼第 11 頁提示。指出預覽入口並開始驗收。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不必一樣。驗收表由人操作，發現問題再補充。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講述：本頁屬舊版 12 筆資料、長提示的彩排。Lovable 逐訊息實耗為初版 2 credits、修改 3.10，共 5.10。使用 Business 每月 1,200 credits 正常月費 US$588 全數分攤，單位 US$0.49，合計 US$2.499，約 US$2.50。此分攤未把每日附送點數或訂閱功能另外估值。工作區目前有全額訂閱優惠，當期訂閱帳單為 US$0，因此表中的金額不是專案實扣。若以 Business 加購 US$30／50 credits 換算，則為 US$3.06，兩個口徑不相加。Codex 在兩段實作時間窗共 743,895 輸入 tokens（其中 730,150 快取、13,745 未快取）及 10,380 輸出。依 GPT-6 Astra Standard 每百萬 tokens 的 250／25／1250 credits，換算 34.665 Codex credits。另採官方 2,500 credits 等值 US$100 的面額假設，得到約 US$1.39。這不是已核實的額度扣除或帳單。速度模式未記錄，若依加購額度的 Fast 2 倍／Ultrafast 6 倍試算，約 US$2.77／US$8.32。Codex 長對話及交錯操作使時間窗歸屬只能近似，和 Lovable 平台內訊息耗點的邊界不完全一致。這些結果不足以判定誰較便宜。人的主動工時與等待另外記錄，缺值不補零。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操作：先指認直接取得的用量，再指認換算假設。需要細節時，開啟教材 evidence/cost-check-20261013.html，展示兩張 Lovable 訊息耗點截圖、Codex token 明細與公式。提醒新條件的 70 筆議程比較仍待測。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檢核：學員能區分實耗、正常訂閱分攤、Standard 情境估算與帳單實扣，不把不同平台 credits 當成相同單位，也不重複加總快取輸入或推理輸出。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轉場：除了這次用量，接著看修改範圍與後續接手會帶來什麼工作。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講述：讓兩位學員用不同 UI 展示同一任務：找到議程、收藏、看衝堂、決定取消或保留。上一輪 Lovable 在提醒區直接加取消按鈕，Codex 由卡片取消；兩者都能完成，但步驟不同。討論這些操作是否清楚，再分享個人的視覺風格。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秒，再以 60 秒分享差異；不投票選工具冠軍。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檢核：能區分 UX 任務與 UI 表現，使用者找得到下一步。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操作：優先回覆能讓全場受益的問題。個別安裝問題留待課後。時間充裕時可選第 39–43 頁，否則直接跳第 44 頁讓學員訂閱系列；瀏覽器版可點「訂閱 QR」。15:00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轉場：謝謝大家，最後附上兩個系列的訂閱 QR Code，歡迎課後繼續練習。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額度已用完時，直接掃本頁右側 QR Code，填登入 Lovable 的 email，再向講師示意。講師查看表單回覆後另行安排群組邀請，學員完成信件中的邀請步驟。表單不會自動加入。仍無法建置或遇服務中斷時，改用離線參考版並保留切換原因。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操作：本頁即可展示 QR，不必離開排錯附錄。需要較大的 QR Code 時切到第 3 頁。邀請或排錯無法立即完成者，先做 offline/reference-v1.html 的驗收。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講述：這組換算假設下，看起來 Codex 的美元估值較低。Lovable 是實際消耗 5.10 credits，再用正常訂閱月費分攤成約 2.50 美元。Codex 的 754,275 tokens 採 Astra Standard 額度率與每 credit 0.04 美元的面額假設，得到約 1.39 美元。兩邊都不是已核實的專案扣款。尤其 Codex 實際速度模式未取得，以加購額度 Fast／Ultrafast 試算會變成約 2.77／8.32 美元，因此不能說所有情況 Codex 都比較便宜。這是舊版 12 筆資料、長提示彩排，完成度及返工觀察一起看。今天落地的場景是網站開發，這也是通用 coding agent 的常見任務，換場景仍需實測。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操作：先比較表中兩種美元口徑，再指明速度模式缺值。若學員想看計算，回到第 27 頁或開啟費用證據。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檢核：學員知道估值大小取決於換算假設，也能區分實際用量、估算與帳單。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轉場：這也是我原本想用 Roblox Studio AI 作比較的原因。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2–3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講述：這段是我的投稿經驗。原本想比較 Roblox Studio AI，因為寫 Luau 程式以外，還有場景物件、資產及編輯器狀態，工具整合可能造成很不一樣的效果與費用。但當時預計採用的流程需要參與者提供自己的 API key 與用量預算，主辦單位去問過贊助，最後沒有取得，才改成 Lovable。這只是在說當時規劃的操作方式，不是所有 Roblox AI 功能的通則。我們今天沒有 Roblox 實測數字，因此把它當成下一個比較課題。各位可以沿用相同需求、相同驗收、限時建置、一次修改與回歸檢查的框架，再記下完成度、時間、用量和人的投入。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操作：用自身經驗說明選題與課堂成本的限制。提出 Roblox 的 Luau、場景／資產及 Playtest 為可測任務，邀請學員課後選一個專用工具重測。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檢核：學員理解本堂 Web 結果的適用邊界，不把尚未測量的 Roblox 案例當成排名或數據。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 Lovable，它的價值還包含網站完成後的發布與整合。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講師提供：原投稿題目與改題經過</a:t>
            </a:r>
          </a:p>
          <a:p xmlns:a="http://schemas.openxmlformats.org/drawingml/2006/main">
            <a:r>
              <a:t>../materials/bonus-content.md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做好作品後，可以直接發布到平台提供的 lovable.app 網址。畫面上的 project-name 只是格式示意，沒有替大家建立新網站。平台提供託管，因此課堂原型可以很快分享。要分清楚編輯中的預覽和正式站，後來改完程式碼還要再次發布，正式站才會更新。付費方案可以連接自己購買的網域。發布後仍要開正式網址，測一次登入、資料與核心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操作：指認範例網域、發布及再次發布。時間充裕可開系列第 17 篇看發布流程；示範僅查看設定，依講師既有專案狀態決定是否發布。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檢核：學員能說出預覽、發布與再次更新的差別，知道自有網域是選項。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轉場：能快速發布，是因為平台已整合許多原本需要自己接起來的工具。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Wolke：發布、網域與正式上線</a:t>
            </a:r>
          </a:p>
          <a:p xmlns:a="http://schemas.openxmlformats.org/drawingml/2006/main">
            <a:r>
              <a:t>https://ithelp.ithome.com.tw/articles/10406635</a:t>
            </a:r>
          </a:p>
          <a:p xmlns:a="http://schemas.openxmlformats.org/drawingml/2006/main">
            <a:r>
              <a:t>Lovable Publishing</a:t>
            </a:r>
          </a:p>
          <a:p xmlns:a="http://schemas.openxmlformats.org/drawingml/2006/main">
            <a:r>
              <a:t>https://docs.lovable.dev/features/publish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講述：依我的系列第一篇，Lovable 的重點是把需求討論、開發、後端資源、檢查與發布串成完整流程。Plan 用來先討論需求與安排工作，Build 再讓 Agent 修改專案。Cloud 提供資料庫、登入、儲存和後端函式。測試與安全工具幫忙檢查，但使用者仍要驗收核心流程。GitHub 同步程式碼，可以接續版本管理。因此平台費用不能只看每次生成用了多少 token，也要觀察自己省下多少設定與整合工時。Cloud、AI 及第三方服務的用量依方案分開核對，不假設都包含或無上限。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操作：用收藏器延伸「加會員登入、上傳檔案、保存雲端資料」的例子，讓學員說明哪部分可能省去整合工作。這些不加入今天的必做需求。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檢核：學員知道生成程式碼以外的平台工作，也理解發布前驗收仍由自己負責。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轉場：需要其他公司的資料與功能時，就會用到 connectors。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已整合許多其他公司的服務，例如 Notion、Google Workspace、Slack 和 Resend。依現在的官方文件，連線有不同用途。App + chat 是共用連線，能供成品執行時或建置對話使用。Chat connector，也就是 MCP，是個人在建置時參考的上下文，不會隨成品部署。App user 則是每位使用者登入自己的第三方帳號授權。不是每個服務都支援全部類型。Connector 降低整合工作，但仍然需要帳號授權、正確權限及費用確認。像 Resend 的郵件寄送，就要連接自己的服務帳號，使用量依第三方方案核對。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操作：以「建置時讀 Notion 需求文件」與「成品 App 寫入 Notion」兩個例子對照。邀請學員判斷需要的連線類型，不在現場授權真實帳號或寄送訊息。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檢核：學員能區分建置上下文與成品功能，並知道共用帳號和每位使用者授權不同。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轉場：這些操作在系列裡都有延伸說明，最後歡迎掃碼訂閱。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Wolke：Paddle 金流、Email、AI 與第三方整合</a:t>
            </a:r>
          </a:p>
          <a:p xmlns:a="http://schemas.openxmlformats.org/drawingml/2006/main">
            <a:r>
              <a:t>https://ithelp.ithome.com.tw/articles/10406629</a:t>
            </a:r>
          </a:p>
          <a:p xmlns:a="http://schemas.openxmlformats.org/drawingml/2006/main">
            <a:r>
              <a:t>Lovable Integrations</a:t>
            </a:r>
          </a:p>
          <a:p xmlns:a="http://schemas.openxmlformats.org/drawingml/2006/main">
            <a:r>
              <a:t>https://docs.lovable.dev/integrations/introduction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時間：結尾，約 1 分鐘；可從第 32 頁直接跳入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講述：左邊是 Roblox Studio AI 協作開發大全，右邊是 Lovable：地球上最強的 AI 生成全端網站 Agentic 開發實戰。掃碼後會開啟各系列頁，登入 iT 邦幫忙後可以點訂閱系列文。歡迎沿用今天的框架，拿你在意的任務去試其他工具，留下自己的觀察。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操作：停留約 45–60 秒讓學員掃碼。若沒有選講時間，Q&amp;A 結束後直接跳這頁。網址亦可點選，另有教材中的 QR 展示頁與 PNG／SVG。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檢核：後排能掃描；學員知道掃碼開啟系列頁後，仍需自行點選訂閱。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轉場：謝謝大家，歡迎課後交流實作心得。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Wolke：Lovable 全端網站 Agentic 開發實戰</a:t>
            </a:r>
          </a:p>
          <a:p xmlns:a="http://schemas.openxmlformats.org/drawingml/2006/main">
            <a:r>
              <a:t>https://ithelp.ithome.com.tw/users/20046160/ironman/9449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13c9a4fc94d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f1e2ae66e40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6e8f88cba41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b99f431de48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a24a4c95741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2903963254f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19c80fd44c4347" /><Relationship Type="http://schemas.openxmlformats.org/officeDocument/2006/relationships/slideLayout" Target="/ppt/slideLayouts/slideLayout1.xml" Id="R4f168f2a87c04732" /><Relationship Type="http://schemas.openxmlformats.org/officeDocument/2006/relationships/slideLayout" Target="/ppt/slideLayouts/slideLayout2.xml" Id="R4862b69970f44486" /><Relationship Type="http://schemas.openxmlformats.org/officeDocument/2006/relationships/slideLayout" Target="/ppt/slideLayouts/slideLayout3.xml" Id="Rc8fefeb8dfc34d73" /><Relationship Type="http://schemas.openxmlformats.org/officeDocument/2006/relationships/slideLayout" Target="/ppt/slideLayouts/slideLayout4.xml" Id="Rd2b501b6bb9c4816" /><Relationship Type="http://schemas.openxmlformats.org/officeDocument/2006/relationships/slideLayout" Target="/ppt/slideLayouts/slideLayout5.xml" Id="R514046da16124d9f" /><Relationship Type="http://schemas.openxmlformats.org/officeDocument/2006/relationships/slideLayout" Target="/ppt/slideLayouts/slideLayout6.xml" Id="Rd007d649e244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168f2a87c04732"/>
    <p:sldLayoutId xmlns:r="http://schemas.openxmlformats.org/officeDocument/2006/relationships" id="2147483650" r:id="R4862b69970f44486"/>
    <p:sldLayoutId xmlns:r="http://schemas.openxmlformats.org/officeDocument/2006/relationships" id="2147483651" r:id="Rc8fefeb8dfc34d73"/>
    <p:sldLayoutId xmlns:r="http://schemas.openxmlformats.org/officeDocument/2006/relationships" id="2147483652" r:id="Rd2b501b6bb9c4816"/>
    <p:sldLayoutId xmlns:r="http://schemas.openxmlformats.org/officeDocument/2006/relationships" id="2147483653" r:id="R514046da16124d9f"/>
    <p:sldLayoutId xmlns:r="http://schemas.openxmlformats.org/officeDocument/2006/relationships" id="2147483654" r:id="Rd007d649e244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5182bb7b648c6" /><Relationship Type="http://schemas.openxmlformats.org/officeDocument/2006/relationships/notesSlide" Target="/ppt/notesSlides/notesSlide1.xml" Id="Recf53251e8aa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cd21f2bd94cec" /><Relationship Type="http://schemas.openxmlformats.org/officeDocument/2006/relationships/notesSlide" Target="/ppt/notesSlides/notesSlide2.xml" Id="R0a76ef7e0e1548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447451d7845df" /><Relationship Type="http://schemas.openxmlformats.org/officeDocument/2006/relationships/image" Target="/ppt/media/image.png" Id="Ra4a598f9b8234f8f" /><Relationship Type="http://schemas.openxmlformats.org/officeDocument/2006/relationships/hyperlink" Target="https://forms.gle/pt3nLWy622sYTfsG6" TargetMode="External" Id="R92fb6980eb1b4619" /><Relationship Type="http://schemas.openxmlformats.org/officeDocument/2006/relationships/notesSlide" Target="/ppt/notesSlides/notesSlide3.xml" Id="Rf987654030324b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ea6bfd7124c61" /><Relationship Type="http://schemas.openxmlformats.org/officeDocument/2006/relationships/notesSlide" Target="/ppt/notesSlides/notesSlide4.xml" Id="Rfca88a21896d4a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4284c44824e7f" /><Relationship Type="http://schemas.openxmlformats.org/officeDocument/2006/relationships/image" Target="/ppt/media/image2.png" Id="R91403c6601f54736" /><Relationship Type="http://schemas.openxmlformats.org/officeDocument/2006/relationships/hyperlink" Target="https://medium.com/@wolkesau" TargetMode="External" Id="Rd8b666bcf2e544ce" /><Relationship Type="http://schemas.openxmlformats.org/officeDocument/2006/relationships/notesSlide" Target="/ppt/notesSlides/notesSlide5.xml" Id="R28362770f13a4e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be4fd6f514e60" /><Relationship Type="http://schemas.openxmlformats.org/officeDocument/2006/relationships/image" Target="/ppt/media/image3.png" Id="R5d00c8c18ea14dbd" /><Relationship Type="http://schemas.openxmlformats.org/officeDocument/2006/relationships/notesSlide" Target="/ppt/notesSlides/notesSlide6.xml" Id="Rbc1146d9961e47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b6cf776304099" /><Relationship Type="http://schemas.openxmlformats.org/officeDocument/2006/relationships/notesSlide" Target="/ppt/notesSlides/notesSlide7.xml" Id="R6b2aab2c7fcf49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01993a89149a6" /><Relationship Type="http://schemas.openxmlformats.org/officeDocument/2006/relationships/notesSlide" Target="/ppt/notesSlides/notesSlide8.xml" Id="Rb0db02ca4aa44e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089cfb7f142e9" /><Relationship Type="http://schemas.openxmlformats.org/officeDocument/2006/relationships/notesSlide" Target="/ppt/notesSlides/notesSlide9.xml" Id="R88aface31e8d41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ff1d58a3a4aa4" /><Relationship Type="http://schemas.openxmlformats.org/officeDocument/2006/relationships/notesSlide" Target="/ppt/notesSlides/notesSlide10.xml" Id="Rfe6cfb049bf044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2c779017d409a" /><Relationship Type="http://schemas.openxmlformats.org/officeDocument/2006/relationships/notesSlide" Target="/ppt/notesSlides/notesSlide11.xml" Id="Re2fe6459159242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ad9d12a364f1a" /><Relationship Type="http://schemas.openxmlformats.org/officeDocument/2006/relationships/hyperlink" Target="https://hwdc.ithome.com.tw/2026/agenda" TargetMode="External" Id="Rc7873d0e2855445b" /><Relationship Type="http://schemas.openxmlformats.org/officeDocument/2006/relationships/hyperlink" Target="https://github.com/Wolke/hwdc-2026-ai-cli-vs-lovable/blob/main/HWDC-workshop/materials/hwdc-agenda-2026.json" TargetMode="External" Id="Ra47d8ae6359d4284" /><Relationship Type="http://schemas.openxmlformats.org/officeDocument/2006/relationships/hyperlink" Target="https://github.com/Wolke/hwdc-2026-ai-cli-vs-lovable/blob/main/HWDC-workshop/materials/hwdc-agenda-2026.json" TargetMode="External" Id="R1714f77ded834002" /><Relationship Type="http://schemas.openxmlformats.org/officeDocument/2006/relationships/notesSlide" Target="/ppt/notesSlides/notesSlide12.xml" Id="Ra4fd0c1b66354d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f0d7f775b6436e" /><Relationship Type="http://schemas.openxmlformats.org/officeDocument/2006/relationships/notesSlide" Target="/ppt/notesSlides/notesSlide13.xml" Id="Ree28932afb9e48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5b636cbca4171" /><Relationship Type="http://schemas.openxmlformats.org/officeDocument/2006/relationships/image" Target="/ppt/media/image4.png" Id="R8f6405c6715743aa" /><Relationship Type="http://schemas.openxmlformats.org/officeDocument/2006/relationships/notesSlide" Target="/ppt/notesSlides/notesSlide14.xml" Id="R79ccbd8e51a044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09659287c49f1" /><Relationship Type="http://schemas.openxmlformats.org/officeDocument/2006/relationships/notesSlide" Target="/ppt/notesSlides/notesSlide15.xml" Id="Re87d12a230814a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78de35f5b4dc2" /><Relationship Type="http://schemas.openxmlformats.org/officeDocument/2006/relationships/notesSlide" Target="/ppt/notesSlides/notesSlide16.xml" Id="R543801dd9c3245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42a1a22174dbf" /><Relationship Type="http://schemas.openxmlformats.org/officeDocument/2006/relationships/notesSlide" Target="/ppt/notesSlides/notesSlide17.xml" Id="Rd5009144588c43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49a72155d4ea8" /><Relationship Type="http://schemas.openxmlformats.org/officeDocument/2006/relationships/notesSlide" Target="/ppt/notesSlides/notesSlide18.xml" Id="Rb0c0b8005b6c45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342ac4a68749ae" /><Relationship Type="http://schemas.openxmlformats.org/officeDocument/2006/relationships/image" Target="/ppt/media/image5.png" Id="R405df0c2bbb3484c" /><Relationship Type="http://schemas.openxmlformats.org/officeDocument/2006/relationships/notesSlide" Target="/ppt/notesSlides/notesSlide19.xml" Id="R46a4ecb96dca4d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c33500f4243a0" /><Relationship Type="http://schemas.openxmlformats.org/officeDocument/2006/relationships/image" Target="/ppt/media/image6.png" Id="Rd940406c435d4ce6" /><Relationship Type="http://schemas.openxmlformats.org/officeDocument/2006/relationships/notesSlide" Target="/ppt/notesSlides/notesSlide20.xml" Id="R96b3118b118a4f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88bbbcbaa4ef9" /><Relationship Type="http://schemas.openxmlformats.org/officeDocument/2006/relationships/notesSlide" Target="/ppt/notesSlides/notesSlide21.xml" Id="R920b5c7adcaa48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5f836ceec40b6" /><Relationship Type="http://schemas.openxmlformats.org/officeDocument/2006/relationships/notesSlide" Target="/ppt/notesSlides/notesSlide22.xml" Id="Rdaa6fb8684ae4f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998b2bac44406" /><Relationship Type="http://schemas.openxmlformats.org/officeDocument/2006/relationships/notesSlide" Target="/ppt/notesSlides/notesSlide23.xml" Id="R92b5d4bca1db44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0dd93923d4891" /><Relationship Type="http://schemas.openxmlformats.org/officeDocument/2006/relationships/image" Target="/ppt/media/image7.png" Id="R1f7ac22a654a4393" /><Relationship Type="http://schemas.openxmlformats.org/officeDocument/2006/relationships/notesSlide" Target="/ppt/notesSlides/notesSlide24.xml" Id="Rd3bd0fb1d1b848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92ee4d4cb498c" /><Relationship Type="http://schemas.openxmlformats.org/officeDocument/2006/relationships/notesSlide" Target="/ppt/notesSlides/notesSlide25.xml" Id="R3f4fa64b9c3a4a4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089999bc90456b" /><Relationship Type="http://schemas.openxmlformats.org/officeDocument/2006/relationships/notesSlide" Target="/ppt/notesSlides/notesSlide26.xml" Id="R9566197d221242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9d0363f4347ad" /><Relationship Type="http://schemas.openxmlformats.org/officeDocument/2006/relationships/hyperlink" Target="https://docs.lovable.dev/introduction/subscription-plans" TargetMode="External" Id="R58312baedda7423f" /><Relationship Type="http://schemas.openxmlformats.org/officeDocument/2006/relationships/hyperlink" Target="https://learn.chatgpt.com/docs/pricing" TargetMode="External" Id="R3f22a778283a4e3e" /><Relationship Type="http://schemas.openxmlformats.org/officeDocument/2006/relationships/notesSlide" Target="/ppt/notesSlides/notesSlide27.xml" Id="R01a8fd3d182c46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360e38eb046e5" /><Relationship Type="http://schemas.openxmlformats.org/officeDocument/2006/relationships/image" Target="/ppt/media/image8.png" Id="Rf5898c2e6abd4d9a" /><Relationship Type="http://schemas.openxmlformats.org/officeDocument/2006/relationships/notesSlide" Target="/ppt/notesSlides/notesSlide28.xml" Id="Rc8bde88ab9304ec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6479c55654ab0" /><Relationship Type="http://schemas.openxmlformats.org/officeDocument/2006/relationships/notesSlide" Target="/ppt/notesSlides/notesSlide29.xml" Id="Rcfd656b3a53748b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ccc740ec444e8" /><Relationship Type="http://schemas.openxmlformats.org/officeDocument/2006/relationships/notesSlide" Target="/ppt/notesSlides/notesSlide30.xml" Id="R96fceb88d9de451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643ff79e84917" /><Relationship Type="http://schemas.openxmlformats.org/officeDocument/2006/relationships/notesSlide" Target="/ppt/notesSlides/notesSlide31.xml" Id="R516b2613d8ef4e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1b0ea1af2448a" /><Relationship Type="http://schemas.openxmlformats.org/officeDocument/2006/relationships/notesSlide" Target="/ppt/notesSlides/notesSlide32.xml" Id="R9f07b034bffe497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b11e46c66436f" /><Relationship Type="http://schemas.openxmlformats.org/officeDocument/2006/relationships/notesSlide" Target="/ppt/notesSlides/notesSlide33.xml" Id="R63fa6a83289e439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3396e72e44376" /><Relationship Type="http://schemas.openxmlformats.org/officeDocument/2006/relationships/notesSlide" Target="/ppt/notesSlides/notesSlide34.xml" Id="Rbc3ea43d7951484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654180f5c4c0d" /><Relationship Type="http://schemas.openxmlformats.org/officeDocument/2006/relationships/image" Target="/ppt/media/image9.png" Id="R40961cb70c3749f1" /><Relationship Type="http://schemas.openxmlformats.org/officeDocument/2006/relationships/hyperlink" Target="https://forms.gle/pt3nLWy622sYTfsG6" TargetMode="External" Id="R366fbf202cac4ef1" /><Relationship Type="http://schemas.openxmlformats.org/officeDocument/2006/relationships/hyperlink" Target="https://forms.gle/pt3nLWy622sYTfsG6" TargetMode="External" Id="R37bcb900354f4c3e" /><Relationship Type="http://schemas.openxmlformats.org/officeDocument/2006/relationships/notesSlide" Target="/ppt/notesSlides/notesSlide35.xml" Id="R683bfcc497ca40c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2056635694e3c" /><Relationship Type="http://schemas.openxmlformats.org/officeDocument/2006/relationships/hyperlink" Target="https://www.rfc-editor.org/rfc/rfc5545" TargetMode="External" Id="Rd223133dfaab458b" /><Relationship Type="http://schemas.openxmlformats.org/officeDocument/2006/relationships/notesSlide" Target="/ppt/notesSlides/notesSlide36.xml" Id="R8c073752c4de446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5d0a9510c4f96" /><Relationship Type="http://schemas.openxmlformats.org/officeDocument/2006/relationships/notesSlide" Target="/ppt/notesSlides/notesSlide37.xml" Id="R9864215749f342a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5509140d84149" /><Relationship Type="http://schemas.openxmlformats.org/officeDocument/2006/relationships/hyperlink" Target="https://hwdc.ithome.com.tw/2026/agenda" TargetMode="External" Id="Rfbc63061c55842a3" /><Relationship Type="http://schemas.openxmlformats.org/officeDocument/2006/relationships/hyperlink" Target="https://docs.lovable.dev/introduction/faq" TargetMode="External" Id="Rfb34607d720d4e0f" /><Relationship Type="http://schemas.openxmlformats.org/officeDocument/2006/relationships/hyperlink" Target="https://docs.lovable.dev/introduction/credits-and-usage" TargetMode="External" Id="Rcac8eab29ab14964" /><Relationship Type="http://schemas.openxmlformats.org/officeDocument/2006/relationships/hyperlink" Target="https://learn.chatgpt.com/docs/quickstart" TargetMode="External" Id="R18e1720cd6fd4d81" /><Relationship Type="http://schemas.openxmlformats.org/officeDocument/2006/relationships/hyperlink" Target="https://learn.chatgpt.com/docs/auth" TargetMode="External" Id="R65c85b22a23f46db" /><Relationship Type="http://schemas.openxmlformats.org/officeDocument/2006/relationships/hyperlink" Target="https://www.rfc-editor.org/rfc/rfc5545" TargetMode="External" Id="R178cfd25bd98497a" /><Relationship Type="http://schemas.openxmlformats.org/officeDocument/2006/relationships/notesSlide" Target="/ppt/notesSlides/notesSlide38.xml" Id="R85cd14327e0b4ee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923a3fa704aee" /><Relationship Type="http://schemas.openxmlformats.org/officeDocument/2006/relationships/notesSlide" Target="/ppt/notesSlides/notesSlide39.xml" Id="R1a13250c066b4d6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466b02b44468a" /><Relationship Type="http://schemas.openxmlformats.org/officeDocument/2006/relationships/notesSlide" Target="/ppt/notesSlides/notesSlide40.xml" Id="R2ddf18eecb624ad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6825896764732" /><Relationship Type="http://schemas.openxmlformats.org/officeDocument/2006/relationships/hyperlink" Target="https://ithelp.ithome.com.tw/articles/10406635" TargetMode="External" Id="R51d7990803584f5b" /><Relationship Type="http://schemas.openxmlformats.org/officeDocument/2006/relationships/notesSlide" Target="/ppt/notesSlides/notesSlide41.xml" Id="R22b12206329b4b5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be3d355274020" /><Relationship Type="http://schemas.openxmlformats.org/officeDocument/2006/relationships/hyperlink" Target="https://ithelp.ithome.com.tw/articles/10406618" TargetMode="External" Id="Rf18a158f5063493c" /><Relationship Type="http://schemas.openxmlformats.org/officeDocument/2006/relationships/notesSlide" Target="/ppt/notesSlides/notesSlide42.xml" Id="R8cf2aa8152094fb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17f959d1f41a9" /><Relationship Type="http://schemas.openxmlformats.org/officeDocument/2006/relationships/hyperlink" Target="https://ithelp.ithome.com.tw/articles/10406629" TargetMode="External" Id="R7feec5c6a5c14491" /><Relationship Type="http://schemas.openxmlformats.org/officeDocument/2006/relationships/notesSlide" Target="/ppt/notesSlides/notesSlide43.xml" Id="R33323412fe7849f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5f408784242f6" /><Relationship Type="http://schemas.openxmlformats.org/officeDocument/2006/relationships/image" Target="/ppt/media/image10.png" Id="R8b0c07b053c44243" /><Relationship Type="http://schemas.openxmlformats.org/officeDocument/2006/relationships/hyperlink" Target="https://ithelp.ithome.com.tw/users/20046160/ironman/9450" TargetMode="External" Id="R62192eeb0b6d4471" /><Relationship Type="http://schemas.openxmlformats.org/officeDocument/2006/relationships/hyperlink" Target="https://ithelp.ithome.com.tw/users/20046160/ironman/9450" TargetMode="External" Id="R42a235a2d87c4aa6" /><Relationship Type="http://schemas.openxmlformats.org/officeDocument/2006/relationships/image" Target="/ppt/media/image11.png" Id="Rc497de7ff58041c5" /><Relationship Type="http://schemas.openxmlformats.org/officeDocument/2006/relationships/hyperlink" Target="https://ithelp.ithome.com.tw/users/20046160/ironman/9449" TargetMode="External" Id="R56443da0e6864089" /><Relationship Type="http://schemas.openxmlformats.org/officeDocument/2006/relationships/hyperlink" Target="https://ithelp.ithome.com.tw/users/20046160/ironman/9449" TargetMode="External" Id="R6d1a04d1a4e344fc" /><Relationship Type="http://schemas.openxmlformats.org/officeDocument/2006/relationships/notesSlide" Target="/ppt/notesSlides/notesSlide44.xml" Id="Rc78f4b9b7ff34a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額度不足？申請加入群組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2" name="v7-2">
            <a:extLst xmlns:a="http://schemas.openxmlformats.org/drawingml/2006/main">
              <a:ext uri="{FF2B5EF4-FFF2-40B4-BE49-F238E27FC236}">
                <a16:creationId xmlns:a16="http://schemas.microsoft.com/office/drawing/2014/main" id="{8E075EC0-CA89-4F2A-8494-8B3A2AE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今天的 5 點已用完，或可用額度不足時再填寫</a:t>
            </a:r>
          </a:p>
        </p:txBody>
      </p:sp>
      <p:sp>
        <p:nvSpPr>
          <p:cNvPr id="13" name="v7-3">
            <a:extLst xmlns:a="http://schemas.openxmlformats.org/drawingml/2006/main">
              <a:ext uri="{FF2B5EF4-FFF2-40B4-BE49-F238E27FC236}">
                <a16:creationId xmlns:a16="http://schemas.microsoft.com/office/drawing/2014/main" id="{7BD89B64-476D-4931-83E5-86DD102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　掃右側 QR Code</a:t>
            </a:r>
          </a:p>
        </p:txBody>
      </p:sp>
      <p:sp>
        <p:nvSpPr>
          <p:cNvPr id="14" name="v7-4">
            <a:extLst xmlns:a="http://schemas.openxmlformats.org/drawingml/2006/main">
              <a:ext uri="{FF2B5EF4-FFF2-40B4-BE49-F238E27FC236}">
                <a16:creationId xmlns:a16="http://schemas.microsoft.com/office/drawing/2014/main" id="{FC36FA73-68C9-46B4-ADE5-C588CBB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2　填入 Lovable 登入 email</a:t>
            </a:r>
          </a:p>
        </p:txBody>
      </p:sp>
      <p:sp>
        <p:nvSpPr>
          <p:cNvPr id="15" name="v7-5">
            <a:extLst xmlns:a="http://schemas.openxmlformats.org/drawingml/2006/main">
              <a:ext uri="{FF2B5EF4-FFF2-40B4-BE49-F238E27FC236}">
                <a16:creationId xmlns:a16="http://schemas.microsoft.com/office/drawing/2014/main" id="{9FEDF7DA-786D-4A9F-8AC6-497DF86F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3　向講師示意，留意邀請信</a:t>
            </a:r>
          </a:p>
        </p:txBody>
      </p:sp>
      <p:sp>
        <p:nvSpPr>
          <p:cNvPr id="16" name="v7-6">
            <a:extLst xmlns:a="http://schemas.openxmlformats.org/drawingml/2006/main">
              <a:ext uri="{FF2B5EF4-FFF2-40B4-BE49-F238E27FC236}">
                <a16:creationId xmlns:a16="http://schemas.microsoft.com/office/drawing/2014/main" id="{03424CBD-6964-4AEA-9643-3490FCF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0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依邀請信完成加入後，再確認可繼續實作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0CA7C-F25E-4856-8A7A-77153B994C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598f9b8234f8f"/>
          <a:stretch xmlns:a="http://schemas.openxmlformats.org/drawingml/2006/main"/>
        </p:blipFill>
        <p:spPr>
          <a:xfrm xmlns:a="http://schemas.openxmlformats.org/drawingml/2006/main">
            <a:off x="7620000" y="19240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8" name="v7-7">
            <a:extLst xmlns:a="http://schemas.openxmlformats.org/drawingml/2006/main">
              <a:ext uri="{FF2B5EF4-FFF2-40B4-BE49-F238E27FC236}">
                <a16:creationId xmlns:a16="http://schemas.microsoft.com/office/drawing/2014/main" id="{8821008C-C29F-4CA1-B7D1-F2CD650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695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2fb6980eb1b4619"/>
              </a:rPr>
              <a:t>https://forms.gle/pt3nLWy622sYTfsG6</a:t>
            </a:r>
          </a:p>
        </p:txBody>
      </p:sp>
      <p:sp>
        <p:nvSpPr>
          <p:cNvPr id="19" name="v7-8">
            <a:extLst xmlns:a="http://schemas.openxmlformats.org/drawingml/2006/main">
              <a:ext uri="{FF2B5EF4-FFF2-40B4-BE49-F238E27FC236}">
                <a16:creationId xmlns:a16="http://schemas.microsoft.com/office/drawing/2014/main" id="{ABD8129B-5393-49A1-BAB7-8599DFE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仍卡關超過 2 分鐘，保留紀錄並改用離線參考版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關於我：林建宏 Wolke Lin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10" name="v8-2">
            <a:extLst xmlns:a="http://schemas.openxmlformats.org/drawingml/2006/main">
              <a:ext uri="{FF2B5EF4-FFF2-40B4-BE49-F238E27FC236}">
                <a16:creationId xmlns:a16="http://schemas.microsoft.com/office/drawing/2014/main" id="{1D850AAF-7079-400E-BE56-9C5F24A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分享 AI 協作與程式開發經驗，讓更多人動手做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B8989-1E89-414C-BBAF-4F50CBE48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03c6601f54736"/>
          <a:stretch xmlns:a="http://schemas.openxmlformats.org/drawingml/2006/main"/>
        </p:blipFill>
        <p:spPr>
          <a:xfrm xmlns:a="http://schemas.openxmlformats.org/drawingml/2006/main">
            <a:off x="685800" y="19240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2" name="v8-3">
            <a:extLst xmlns:a="http://schemas.openxmlformats.org/drawingml/2006/main">
              <a:ext uri="{FF2B5EF4-FFF2-40B4-BE49-F238E27FC236}">
                <a16:creationId xmlns:a16="http://schemas.microsoft.com/office/drawing/2014/main" id="{235B836A-608E-4FE8-BEE0-04E4092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啟發者</a:t>
            </a:r>
          </a:p>
        </p:txBody>
      </p:sp>
      <p:sp>
        <p:nvSpPr>
          <p:cNvPr id="15" name="v8-6">
            <a:extLst xmlns:a="http://schemas.openxmlformats.org/drawingml/2006/main">
              <a:ext uri="{FF2B5EF4-FFF2-40B4-BE49-F238E27FC236}">
                <a16:creationId xmlns:a16="http://schemas.microsoft.com/office/drawing/2014/main" id="{553B63C0-FD50-4004-950E-FB66A66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技術書作者</a:t>
            </a:r>
          </a:p>
        </p:txBody>
      </p:sp>
      <p:sp>
        <p:nvSpPr>
          <p:cNvPr id="16" name="v8-7">
            <a:extLst xmlns:a="http://schemas.openxmlformats.org/drawingml/2006/main">
              <a:ext uri="{FF2B5EF4-FFF2-40B4-BE49-F238E27FC236}">
                <a16:creationId xmlns:a16="http://schemas.microsoft.com/office/drawing/2014/main" id="{BFC8F4A5-3952-407E-A449-CD7326F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大學講師、社群與論壇講者</a:t>
            </a:r>
          </a:p>
        </p:txBody>
      </p:sp>
      <p:sp>
        <p:nvSpPr>
          <p:cNvPr id="17" name="v8-8">
            <a:extLst xmlns:a="http://schemas.openxmlformats.org/drawingml/2006/main">
              <a:ext uri="{FF2B5EF4-FFF2-40B4-BE49-F238E27FC236}">
                <a16:creationId xmlns:a16="http://schemas.microsoft.com/office/drawing/2014/main" id="{90B44808-D22D-4F59-B45F-806347E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代表著作</a:t>
            </a:r>
          </a:p>
        </p:txBody>
      </p:sp>
      <p:sp>
        <p:nvSpPr>
          <p:cNvPr id="18" name="v8-9">
            <a:extLst xmlns:a="http://schemas.openxmlformats.org/drawingml/2006/main">
              <a:ext uri="{FF2B5EF4-FFF2-40B4-BE49-F238E27FC236}">
                <a16:creationId xmlns:a16="http://schemas.microsoft.com/office/drawing/2014/main" id="{995CDD64-02C8-4AA2-82B9-B4078842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《實用的 Gemini API 開發點子書》</a:t>
            </a:r>
          </a:p>
        </p:txBody>
      </p:sp>
      <p:sp>
        <p:nvSpPr>
          <p:cNvPr id="19" name="v8-10">
            <a:extLst xmlns:a="http://schemas.openxmlformats.org/drawingml/2006/main">
              <a:ext uri="{FF2B5EF4-FFF2-40B4-BE49-F238E27FC236}">
                <a16:creationId xmlns:a16="http://schemas.microsoft.com/office/drawing/2014/main" id="{B5B77907-C562-4E9B-98EC-C0FE855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482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另著 ChatGPT 程式開發、LINE 聊天機器人書籍</a:t>
            </a:r>
          </a:p>
        </p:txBody>
      </p:sp>
      <p:sp>
        <p:nvSpPr>
          <p:cNvPr id="20" name="v8-11">
            <a:extLst xmlns:a="http://schemas.openxmlformats.org/drawingml/2006/main">
              <a:ext uri="{FF2B5EF4-FFF2-40B4-BE49-F238E27FC236}">
                <a16:creationId xmlns:a16="http://schemas.microsoft.com/office/drawing/2014/main" id="{EA1A48C2-6C8C-4208-BAFD-294FFED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8b666bcf2e544ce"/>
              </a:rPr>
              <a:t>medium.com/@wolkesau</a:t>
            </a:r>
          </a:p>
        </p:txBody>
      </p:sp>
      <p:sp>
        <p:nvSpPr>
          <p:cNvPr id="21" name="v9-11">
            <a:extLst xmlns:a="http://schemas.openxmlformats.org/drawingml/2006/main">
              <a:ext uri="{FF2B5EF4-FFF2-40B4-BE49-F238E27FC236}">
                <a16:creationId xmlns:a16="http://schemas.microsoft.com/office/drawing/2014/main" id="{D5737FD3-8E12-4B22-AA81-8A92CCC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Google Developer Expert（2019–2023）</a:t>
            </a:r>
          </a:p>
        </p:txBody>
      </p:sp>
      <p:sp>
        <p:nvSpPr>
          <p:cNvPr id="22" name="v9-11">
            <a:extLst xmlns:a="http://schemas.openxmlformats.org/drawingml/2006/main">
              <a:ext uri="{FF2B5EF4-FFF2-40B4-BE49-F238E27FC236}">
                <a16:creationId xmlns:a16="http://schemas.microsoft.com/office/drawing/2014/main" id="{729AD472-B98D-4538-9929-5F0789F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LINE API Expert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今天的成品與學習目標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12" name="v8-2">
            <a:extLst xmlns:a="http://schemas.openxmlformats.org/drawingml/2006/main">
              <a:ext uri="{FF2B5EF4-FFF2-40B4-BE49-F238E27FC236}">
                <a16:creationId xmlns:a16="http://schemas.microsoft.com/office/drawing/2014/main" id="{CB695D70-CCDB-457F-B951-730F0C7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研討會議程收藏器：同一份真實資料，UX 一致、UI 自由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C4652-4D67-4F1A-AA92-79FB5B584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0c8c18ea14dbd"/>
          <a:stretch xmlns:a="http://schemas.openxmlformats.org/drawingml/2006/main"/>
        </p:blipFill>
        <p:spPr>
          <a:xfrm xmlns:a="http://schemas.openxmlformats.org/drawingml/2006/main">
            <a:off x="798724" y="1962150"/>
            <a:ext cx="5927302" cy="3905250"/>
          </a:xfrm>
          <a:prstGeom xmlns:a="http://schemas.openxmlformats.org/drawingml/2006/main" prst="rect">
            <a:avLst/>
          </a:prstGeom>
        </p:spPr>
      </p:pic>
      <p:sp>
        <p:nvSpPr>
          <p:cNvPr id="14" name="v8-3">
            <a:extLst xmlns:a="http://schemas.openxmlformats.org/drawingml/2006/main">
              <a:ext uri="{FF2B5EF4-FFF2-40B4-BE49-F238E27FC236}">
                <a16:creationId xmlns:a16="http://schemas.microsoft.com/office/drawing/2014/main" id="{0138A72F-470A-42CD-BDFC-7B2B73D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15" name="v8-4">
            <a:extLst xmlns:a="http://schemas.openxmlformats.org/drawingml/2006/main">
              <a:ext uri="{FF2B5EF4-FFF2-40B4-BE49-F238E27FC236}">
                <a16:creationId xmlns:a16="http://schemas.microsoft.com/office/drawing/2014/main" id="{B92EF46E-8EE7-410A-A4F8-BF8ECE3E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各用一套工具完成搜尋與收藏</a:t>
            </a:r>
          </a:p>
        </p:txBody>
      </p:sp>
      <p:sp>
        <p:nvSpPr>
          <p:cNvPr id="16" name="v8-5">
            <a:extLst xmlns:a="http://schemas.openxmlformats.org/drawingml/2006/main">
              <a:ext uri="{FF2B5EF4-FFF2-40B4-BE49-F238E27FC236}">
                <a16:creationId xmlns:a16="http://schemas.microsoft.com/office/drawing/2014/main" id="{561A15E0-CEF0-4DFC-A5D4-C65BC54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17" name="v8-6">
            <a:extLst xmlns:a="http://schemas.openxmlformats.org/drawingml/2006/main">
              <a:ext uri="{FF2B5EF4-FFF2-40B4-BE49-F238E27FC236}">
                <a16:creationId xmlns:a16="http://schemas.microsoft.com/office/drawing/2014/main" id="{9D20DCDE-67F4-4105-B97C-88AA20E3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加入衝堂提示，再做回歸檢查</a:t>
            </a:r>
          </a:p>
        </p:txBody>
      </p:sp>
      <p:sp>
        <p:nvSpPr>
          <p:cNvPr id="18" name="v8-7">
            <a:extLst xmlns:a="http://schemas.openxmlformats.org/drawingml/2006/main">
              <a:ext uri="{FF2B5EF4-FFF2-40B4-BE49-F238E27FC236}">
                <a16:creationId xmlns:a16="http://schemas.microsoft.com/office/drawing/2014/main" id="{F2B7392F-A0CB-4829-A2C3-5D64719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19" name="v8-8">
            <a:extLst xmlns:a="http://schemas.openxmlformats.org/drawingml/2006/main">
              <a:ext uri="{FF2B5EF4-FFF2-40B4-BE49-F238E27FC236}">
                <a16:creationId xmlns:a16="http://schemas.microsoft.com/office/drawing/2014/main" id="{9F86297C-57A1-4A0E-BCCC-1EE8CAD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依完成度、時間與用量比較</a:t>
            </a:r>
          </a:p>
        </p:txBody>
      </p:sp>
      <p:sp>
        <p:nvSpPr>
          <p:cNvPr id="20" name="v8-9">
            <a:extLst xmlns:a="http://schemas.openxmlformats.org/drawingml/2006/main">
              <a:ext uri="{FF2B5EF4-FFF2-40B4-BE49-F238E27FC236}">
                <a16:creationId xmlns:a16="http://schemas.microsoft.com/office/drawing/2014/main" id="{92133129-4A5F-4F04-91E0-FBBF574F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 UI；收藏需在重新整理後保留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9F9F8-6575-4AD4-B1AF-CAC39D4D1D83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驗收標準，UI 自由發揮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D13B1-35FF-4164-B3E6-8A8786B6F487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比較任務能否完成；色彩、版型與視覺風格自由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直接複製這四句，UI 由你或 Agent 自由發揮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7873d0e2855445b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GitHub 附件（私人 repo，需存取權）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47d8ae6359d4284"/>
              </a:rPr>
              <a:t>https://github.com/Wolke/hwdc-2026-ai-cli-vs-lovable/blob/main/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714f77ded834002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DDD97-0B9E-40E2-84E8-914D428A8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405c6715743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Lovable 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9B9DE-3174-4C6B-AFC6-CBAF2A0F5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df0c2bbb348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55E76-2F00-4193-9B34-FCF0293A5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0406c435d4c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99700-E82A-4677-9378-A9C4D9890876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728AF-448F-4BCC-9B56-47C5A9C7B3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ac22a654a43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B5F2A-CCCB-445C-AB24-5EBB07E49D59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彩排用量與費用換算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EC2FD-9FFB-477A-9FA0-FE5A99148F50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43400"/>
                <a:gridCol w="48577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實耗／月費分攤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總 tokens／Standard 估算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初版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US$0.98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343,319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US$0.78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3.10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US$1.52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410,956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US$0.61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合計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st-scope">
            <a:extLst xmlns:a="http://schemas.openxmlformats.org/drawingml/2006/main">
              <a:ext uri="{FF2B5EF4-FFF2-40B4-BE49-F238E27FC236}">
                <a16:creationId xmlns:a16="http://schemas.microsoft.com/office/drawing/2014/main" id="{E58ADBC1-13E8-4DBA-AEC0-BE84E5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607185"/>
                </a:solidFill>
                <a:latin typeface="Heiti TC"/>
                <a:ea typeface="Heiti TC"/>
                <a:cs typeface="Heiti TC"/>
              </a:rPr>
              <a:t>2026/10/13 舊條件彩排，12 筆資料、長提示</a:t>
            </a:r>
          </a:p>
        </p:txBody>
      </p:sp>
      <p:sp>
        <p:nvSpPr>
          <p:cNvPr id="13" name="cost-limitations">
            <a:extLst xmlns:a="http://schemas.openxmlformats.org/drawingml/2006/main">
              <a:ext uri="{FF2B5EF4-FFF2-40B4-BE49-F238E27FC236}">
                <a16:creationId xmlns:a16="http://schemas.microsoft.com/office/drawing/2014/main" id="{7650DD54-1F58-41A8-AE66-AA48250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美元為牌價換算，實際專案扣款未取得。</a:t>
            </a:r>
          </a:p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速度模式未取得，無法據此判定誰較便宜。</a:t>
            </a:r>
          </a:p>
        </p:txBody>
      </p:sp>
      <p:sp>
        <p:nvSpPr>
          <p:cNvPr id="14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17676577-FD83-4F54-8CDC-9A271DD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8312baedda7423f"/>
              </a:rPr>
              <a:t>Lovable 訂閱牌價：https://docs.lovable.dev/introduction/subscription-plans</a:t>
            </a:r>
          </a:p>
        </p:txBody>
      </p:sp>
      <p:sp>
        <p:nvSpPr>
          <p:cNvPr id="15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A54B9222-DB82-4BCF-B990-E9B0A70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f22a778283a4e3e"/>
              </a:rPr>
              <a:t>Codex 額度牌價：https://learn.chatgpt.com/docs/pricing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UX，不同的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讓同學試用相同任務，再討論操作差異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72C23-E63B-4BAE-843B-BDA0D93F9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98c2e6abd4d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視覺風格各自發揮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D398-125A-4208-B385-15CD541FF2E5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3D5E6986-7EE9-4552-9D4D-CA0C155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有時間可選講：39–43 頁　／　系列訂閱 QR Code：44 頁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404FC-72E2-4705-8271-0A49A835932C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14375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762250"/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餘額、未完成項目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掃右側 QR 申請</a:t>
                      </a:r>
                    </a:p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填完向講師示意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當下畫面、時間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指令、錯誤原文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7-2">
            <a:extLst xmlns:a="http://schemas.openxmlformats.org/drawingml/2006/main">
              <a:ext uri="{FF2B5EF4-FFF2-40B4-BE49-F238E27FC236}">
                <a16:creationId xmlns:a16="http://schemas.microsoft.com/office/drawing/2014/main" id="{5997124A-58AB-464E-8A41-432FF43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群組加入申請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17DD6-8F95-43F6-AD82-36193C149C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61cb70c3749f1"/>
          <a:stretch xmlns:a="http://schemas.openxmlformats.org/drawingml/2006/main"/>
        </p:blipFill>
        <p:spPr>
          <a:xfrm xmlns:a="http://schemas.openxmlformats.org/drawingml/2006/main">
            <a:off x="8229600" y="22098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v7-3">
            <a:extLst xmlns:a="http://schemas.openxmlformats.org/drawingml/2006/main">
              <a:ext uri="{FF2B5EF4-FFF2-40B4-BE49-F238E27FC236}">
                <a16:creationId xmlns:a16="http://schemas.microsoft.com/office/drawing/2014/main" id="{4AF03EFB-1226-45E8-926A-BF8D04F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054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66fbf202cac4ef1"/>
              </a:rPr>
              <a:t>https://forms.gle/</a:t>
            </a:r>
          </a:p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7bcb900354f4c3e"/>
              </a:rPr>
              <a:t>pt3nLWy622sYTfsG6</a:t>
            </a:r>
          </a:p>
        </p:txBody>
      </p:sp>
      <p:sp>
        <p:nvSpPr>
          <p:cNvPr id="9" name="v7-4">
            <a:extLst xmlns:a="http://schemas.openxmlformats.org/drawingml/2006/main">
              <a:ext uri="{FF2B5EF4-FFF2-40B4-BE49-F238E27FC236}">
                <a16:creationId xmlns:a16="http://schemas.microsoft.com/office/drawing/2014/main" id="{C2D4C248-08C3-4103-933C-79900F0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223133dfaab458b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5D723-39B7-4D78-B2E6-25D0417B9F47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bc63061c55842a3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b34607d720d4e0f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cac8eab29ab14964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8e1720cd6fd4d81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5c85b22a23f46db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78cfd25bd98497a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9-0">
            <a:extLst xmlns:a="http://schemas.openxmlformats.org/drawingml/2006/main">
              <a:ext uri="{FF2B5EF4-FFF2-40B4-BE49-F238E27FC236}">
                <a16:creationId xmlns:a16="http://schemas.microsoft.com/office/drawing/2014/main" id="{82344A83-8B82-4BBA-A5B5-1B7A355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費用估算與比較範圍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7D0C444-91E0-47F0-AA33-0F6F26BF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選講補充：這組換算假設下，Codex 的美元估值較低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0E76EFBC-6F47-4997-85F6-233503A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FAF34-B58B-4A37-ABFD-87F2953F20BC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943350"/>
                <a:gridCol w="436245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記錄到的用量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美元換算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正常訂閱分攤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Standard 額度面額估算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3C83CBB3-2B90-4651-BEA0-B90012B2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Codex 速度模式未知，Fast／Ultrafast 試算約 US$2.77／8.32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367E5EA-088A-4FBB-9168-7B1388F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同時看完成度、返工與人的投入；換場景後需重新比較。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0AB39FD7-C5A8-44CB-89A2-C3DA817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舊版 12 筆資料彩排。美元為換算值，專案實扣未取得；詳見第 27 頁。</a:t>
            </a:r>
          </a:p>
        </p:txBody>
      </p:sp>
    </p:spTree>
    <p:extLst>
      <p:ext uri="{BB962C8B-B14F-4D97-AF65-F5344CB8AC3E}">
        <p14:creationId xmlns:p14="http://schemas.microsoft.com/office/powerpoint/2010/main" val="379783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9-0">
            <a:extLst xmlns:a="http://schemas.openxmlformats.org/drawingml/2006/main">
              <a:ext uri="{FF2B5EF4-FFF2-40B4-BE49-F238E27FC236}">
                <a16:creationId xmlns:a16="http://schemas.microsoft.com/office/drawing/2014/main" id="{CCD598C5-4C39-4E09-A4D3-1E57760E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原投稿題目：Roblox Studio AI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CB78165-0349-480B-BB0C-7D331F0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網站開發是通用 coding agent 的常見任務，換場景仍要重測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5DA7D94A-55D8-4894-AF10-57E1BE9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40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EA56A53C-9D13-4DAA-9ED8-05DCE24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原先規劃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573B58D5-5107-4170-B904-1DD91C2F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977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Roblox Studio AI 與通用 AI 的開發比較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B63A9B9-7FC0-4B55-8276-ABAF5D00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當時採用的流程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0E25901F-5880-4BAD-8440-55C57EB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需自備 API key 與用量預算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C5CBDC7-B6E5-4E5B-AFE9-863EE51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改題的經過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F21A6FFE-BADF-4FC5-AAAC-79AFAEF9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主辦單位洽詢後未取得贊助，最後改用 Lovable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8EA7B70A-F068-49B3-B0C7-21D18CBF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可測任務：Luau 腳本、場景與資產操作、Playtest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B5E13779-EBFB-4AF2-A255-EC2973B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講師投稿經驗；本堂未測 Roblox。沿用相同需求、驗收與費用紀錄。</a:t>
            </a:r>
          </a:p>
        </p:txBody>
      </p:sp>
    </p:spTree>
    <p:extLst>
      <p:ext uri="{BB962C8B-B14F-4D97-AF65-F5344CB8AC3E}">
        <p14:creationId xmlns:p14="http://schemas.microsoft.com/office/powerpoint/2010/main" val="20927184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9-0">
            <a:extLst xmlns:a="http://schemas.openxmlformats.org/drawingml/2006/main">
              <a:ext uri="{FF2B5EF4-FFF2-40B4-BE49-F238E27FC236}">
                <a16:creationId xmlns:a16="http://schemas.microsoft.com/office/drawing/2014/main" id="{8ADD2218-479F-47F0-BFE3-BD65E44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的發布與網域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2A3D4158-C57F-48BF-BF2F-30B07D9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平台提供網站託管，可以直接把作品分享出去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1C502C62-C6AF-4EB9-B27E-8A76175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41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41464CF8-6E37-459B-93BD-A18C6E8C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project-name.lovable.app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B0279EB6-DA4D-4619-870F-7497E3B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預設網址格式示意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249833A-A28B-4220-8D1C-F606AE1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Publish 對外發布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56A59749-3620-4E80-A4A6-277224D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取得可分享的 lovable.app 網址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9F97ADC-CAB0-457E-A676-81789C0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修改後再次發布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1C293384-4FF3-4B49-8552-90BAC21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點 Publish changes，讓正式站更新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A514DADE-7F44-4AFF-881C-047E9E5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自有網域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1E27EAF8-3218-4A29-B20B-10E7F85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6730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付費方案可連接自己購買的網域</a:t>
            </a:r>
          </a:p>
        </p:txBody>
      </p:sp>
      <p:sp>
        <p:nvSpPr>
          <p:cNvPr id="12" name="v9-11">
            <a:extLst xmlns:a="http://schemas.openxmlformats.org/drawingml/2006/main">
              <a:ext uri="{FF2B5EF4-FFF2-40B4-BE49-F238E27FC236}">
                <a16:creationId xmlns:a16="http://schemas.microsoft.com/office/drawing/2014/main" id="{7EC1524E-3D56-4CF4-B5A4-6107885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1d7990803584f5b"/>
              </a:rPr>
              <a:t>系列第 17 篇：ithelp.ithome.com.tw/articles/10406635</a:t>
            </a:r>
          </a:p>
        </p:txBody>
      </p:sp>
    </p:spTree>
    <p:extLst>
      <p:ext uri="{BB962C8B-B14F-4D97-AF65-F5344CB8AC3E}">
        <p14:creationId xmlns:p14="http://schemas.microsoft.com/office/powerpoint/2010/main" val="212687027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DEF18B4A-C198-4879-A65B-73216E1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整合好的開發工具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D363F48E-0277-456D-A377-26B4F6F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比較平台價值時，也記錄省下多少設定與整合工時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F92E2FE2-0AFE-4A17-9828-803A01F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BB36E-1F72-4D00-BD94-514260C5CB37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工具／階段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在同一套流程裡完成的工作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Plan／Build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先討論規劃，再讓 Agent 實作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Cloud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資料庫、登入、檔案儲存與後端函式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測試與安全檢查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工具協助檢查，發布前仍需親自驗收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GitHub 與發布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同步程式碼、查看預覽與發布正式站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C14108C-7A73-4F5C-A514-7390CF8E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平台的整合工作，也會影響落地時間與總成本。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FEBDC96-7032-44EF-98AD-6EAAB77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f18a158f5063493c"/>
              </a:rPr>
              <a:t>系列第 1 篇：ithelp.ithome.com.tw/articles/10406618</a:t>
            </a:r>
          </a:p>
        </p:txBody>
      </p:sp>
    </p:spTree>
    <p:extLst>
      <p:ext uri="{BB962C8B-B14F-4D97-AF65-F5344CB8AC3E}">
        <p14:creationId xmlns:p14="http://schemas.microsoft.com/office/powerpoint/2010/main" val="3588769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7F97BCBC-8242-45B0-A81B-58CACD2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第三方服務與 connectors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BD865A6F-9616-463E-B031-4E0B3A5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Notion、Google Workspace、Slack、Resend 等服務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B837A787-B78F-4308-ADAF-DD34ECC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48996-AF02-413D-879E-23AD2F7D0D73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類型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帳號與使用時機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+ chat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共用連線，供成品 App 與建置對話使用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Chat（MCP）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個人建置上下文，不隨成品部署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user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每位 App 使用者登入自己的帳號並授權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FC223A3-C399-48C2-BB37-DCAD345F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仍需授權帳號、設定權限，並核對第三方費用。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FDD5A8D3-683B-45F2-B51C-B9DE912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feec5c6a5c14491"/>
              </a:rPr>
              <a:t>各服務支援類型不同。系列第 11 篇：ithelp.ithome.com.tw/articles/10406629</a:t>
            </a:r>
          </a:p>
        </p:txBody>
      </p:sp>
    </p:spTree>
    <p:extLst>
      <p:ext uri="{BB962C8B-B14F-4D97-AF65-F5344CB8AC3E}">
        <p14:creationId xmlns:p14="http://schemas.microsoft.com/office/powerpoint/2010/main" val="11134818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9-0">
            <a:extLst xmlns:a="http://schemas.openxmlformats.org/drawingml/2006/main">
              <a:ext uri="{FF2B5EF4-FFF2-40B4-BE49-F238E27FC236}">
                <a16:creationId xmlns:a16="http://schemas.microsoft.com/office/drawing/2014/main" id="{2A910A03-3EF7-4396-A101-A573DC4B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課後延伸：兩個實作系列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CB575432-BA2D-4977-9CE4-82C969F7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掃碼開啟系列，登入 iT 邦幫忙後點「訂閱系列文」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8D37694C-81BB-4456-B84E-9322022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44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DF585983-609A-4E27-B913-39381AB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Roblox Studio AI</a:t>
            </a:r>
          </a:p>
          <a:p xmlns:a="http://schemas.openxmlformats.org/drawingml/2006/main">
            <a: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協作開發大全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0361C-2A21-4A23-B219-1DC8038CD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c07b053c44243"/>
          <a:stretch xmlns:a="http://schemas.openxmlformats.org/drawingml/2006/main"/>
        </p:blipFill>
        <p:spPr>
          <a:xfrm xmlns:a="http://schemas.openxmlformats.org/drawingml/2006/main">
            <a:off x="15811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10C4AD6D-8D87-406F-8CE7-4A50BCA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2192eeb0b6d4471"/>
              </a:rPr>
              <a:t>https://ithelp.ithome.com.tw/users/</a:t>
            </a:r>
          </a:p>
          <a:p xmlns:a="http://schemas.openxmlformats.org/drawingml/2006/main">
            <a: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2a235a2d87c4aa6"/>
              </a:rPr>
              <a:t>20046160/ironman/9450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D060D7FF-8E50-48C7-85AC-153F35B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 全端網站</a:t>
            </a:r>
          </a:p>
          <a:p xmlns:a="http://schemas.openxmlformats.org/drawingml/2006/main">
            <a: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Agentic 開發實戰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AF9A6-11BA-4ACD-8740-937522BE45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7de7ff58041c5"/>
          <a:stretch xmlns:a="http://schemas.openxmlformats.org/drawingml/2006/main"/>
        </p:blipFill>
        <p:spPr>
          <a:xfrm xmlns:a="http://schemas.openxmlformats.org/drawingml/2006/main">
            <a:off x="75628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v9-6">
            <a:extLst xmlns:a="http://schemas.openxmlformats.org/drawingml/2006/main">
              <a:ext uri="{FF2B5EF4-FFF2-40B4-BE49-F238E27FC236}">
                <a16:creationId xmlns:a16="http://schemas.microsoft.com/office/drawing/2014/main" id="{B4815C72-E593-4C3C-89CC-8D2632E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6443da0e6864089"/>
              </a:rPr>
              <a:t>https://ithelp.ithome.com.tw/users/</a:t>
            </a:r>
          </a:p>
          <a:p xmlns:a="http://schemas.openxmlformats.org/drawingml/2006/main">
            <a: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d1a04d1a4e344fc"/>
              </a:rPr>
              <a:t>20046160/ironman/9449</a:t>
            </a:r>
          </a:p>
        </p:txBody>
      </p:sp>
    </p:spTree>
    <p:extLst>
      <p:ext uri="{BB962C8B-B14F-4D97-AF65-F5344CB8AC3E}">
        <p14:creationId xmlns:p14="http://schemas.microsoft.com/office/powerpoint/2010/main" val="1965797699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2026-10-13T22:12:46.8010000Z</dcterms:created>
  <dcterms:modified xsi:type="dcterms:W3CDTF">2026-10-13T22:12:46.8010000Z</dcterms:modified>
</coreProperties>
</file>