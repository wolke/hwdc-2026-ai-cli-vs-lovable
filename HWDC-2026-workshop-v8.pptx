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897713c034aff" /><Relationship Type="http://schemas.openxmlformats.org/officeDocument/2006/relationships/extended-properties" Target="/docProps/app.xml" Id="Ref272ac06d104e83" /><Relationship Type="http://schemas.openxmlformats.org/officeDocument/2006/relationships/officeDocument" Target="/ppt/presentation.xml" Id="R43064618c19f42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f7683544214c56"/>
  </p:sldMasterIdLst>
  <p:notesMasterIdLst>
    <p:notesMasterId xmlns:r="http://schemas.openxmlformats.org/officeDocument/2006/relationships" r:id="R35a0a36924e9489f"/>
  </p:notesMasterIdLst>
  <p:sldIdLst>
    <p:sldId xmlns:r="http://schemas.openxmlformats.org/officeDocument/2006/relationships" id="256" r:id="R92dfb7f138a9437b"/>
    <p:sldId xmlns:r="http://schemas.openxmlformats.org/officeDocument/2006/relationships" id="257" r:id="Rab6a3ea03e1d4d73"/>
    <p:sldId xmlns:r="http://schemas.openxmlformats.org/officeDocument/2006/relationships" id="258" r:id="R72be8ce14fe84046"/>
    <p:sldId xmlns:r="http://schemas.openxmlformats.org/officeDocument/2006/relationships" id="259" r:id="Rade98cff33b04d11"/>
    <p:sldId xmlns:r="http://schemas.openxmlformats.org/officeDocument/2006/relationships" id="260" r:id="R7f2c0309a8c2450c"/>
    <p:sldId xmlns:r="http://schemas.openxmlformats.org/officeDocument/2006/relationships" id="261" r:id="R314688504db34958"/>
    <p:sldId xmlns:r="http://schemas.openxmlformats.org/officeDocument/2006/relationships" id="262" r:id="Ra340fc07e1fc4ffd"/>
    <p:sldId xmlns:r="http://schemas.openxmlformats.org/officeDocument/2006/relationships" id="263" r:id="Rfb28aa3e2fad477a"/>
    <p:sldId xmlns:r="http://schemas.openxmlformats.org/officeDocument/2006/relationships" id="264" r:id="R53b69c6daa534bb8"/>
    <p:sldId xmlns:r="http://schemas.openxmlformats.org/officeDocument/2006/relationships" id="265" r:id="R8c98783765604885"/>
    <p:sldId xmlns:r="http://schemas.openxmlformats.org/officeDocument/2006/relationships" id="266" r:id="R3b3821986fd445f9"/>
    <p:sldId xmlns:r="http://schemas.openxmlformats.org/officeDocument/2006/relationships" id="267" r:id="R12f484b0607c4af3"/>
    <p:sldId xmlns:r="http://schemas.openxmlformats.org/officeDocument/2006/relationships" id="268" r:id="R0ad3a5b6395b4e55"/>
    <p:sldId xmlns:r="http://schemas.openxmlformats.org/officeDocument/2006/relationships" id="269" r:id="Rbf664d2289644db4"/>
    <p:sldId xmlns:r="http://schemas.openxmlformats.org/officeDocument/2006/relationships" id="270" r:id="Rc0456dbeda3d4517"/>
    <p:sldId xmlns:r="http://schemas.openxmlformats.org/officeDocument/2006/relationships" id="271" r:id="Rbaf473bc4c1f4deb"/>
    <p:sldId xmlns:r="http://schemas.openxmlformats.org/officeDocument/2006/relationships" id="272" r:id="Ra0246c5428ea4e1c"/>
    <p:sldId xmlns:r="http://schemas.openxmlformats.org/officeDocument/2006/relationships" id="273" r:id="R6076b0054c2e43d5"/>
    <p:sldId xmlns:r="http://schemas.openxmlformats.org/officeDocument/2006/relationships" id="274" r:id="Rdd3b3eb30bfc4e81"/>
    <p:sldId xmlns:r="http://schemas.openxmlformats.org/officeDocument/2006/relationships" id="275" r:id="R6deb1be721f14295"/>
    <p:sldId xmlns:r="http://schemas.openxmlformats.org/officeDocument/2006/relationships" id="276" r:id="Rc48057c80e75457f"/>
    <p:sldId xmlns:r="http://schemas.openxmlformats.org/officeDocument/2006/relationships" id="277" r:id="R510cf70af4e14299"/>
    <p:sldId xmlns:r="http://schemas.openxmlformats.org/officeDocument/2006/relationships" id="278" r:id="R5e086aa947d3496d"/>
    <p:sldId xmlns:r="http://schemas.openxmlformats.org/officeDocument/2006/relationships" id="279" r:id="R64009c0cbd3b49fa"/>
    <p:sldId xmlns:r="http://schemas.openxmlformats.org/officeDocument/2006/relationships" id="280" r:id="R9f2e3c20bd684c56"/>
    <p:sldId xmlns:r="http://schemas.openxmlformats.org/officeDocument/2006/relationships" id="281" r:id="R57dae70ba4704a6e"/>
    <p:sldId xmlns:r="http://schemas.openxmlformats.org/officeDocument/2006/relationships" id="282" r:id="R773c9573187d4ff8"/>
    <p:sldId xmlns:r="http://schemas.openxmlformats.org/officeDocument/2006/relationships" id="283" r:id="R84c169af062e4eb5"/>
    <p:sldId xmlns:r="http://schemas.openxmlformats.org/officeDocument/2006/relationships" id="284" r:id="Re5f752c3e25440de"/>
    <p:sldId xmlns:r="http://schemas.openxmlformats.org/officeDocument/2006/relationships" id="285" r:id="R43d34c19ccb94e44"/>
    <p:sldId xmlns:r="http://schemas.openxmlformats.org/officeDocument/2006/relationships" id="286" r:id="Rd7806680f8ed4702"/>
    <p:sldId xmlns:r="http://schemas.openxmlformats.org/officeDocument/2006/relationships" id="287" r:id="R3126f79ac25945df"/>
    <p:sldId xmlns:r="http://schemas.openxmlformats.org/officeDocument/2006/relationships" id="288" r:id="Rd6fcba250df2429c"/>
    <p:sldId xmlns:r="http://schemas.openxmlformats.org/officeDocument/2006/relationships" id="289" r:id="Rde5d6fe3bbeb47f2"/>
    <p:sldId xmlns:r="http://schemas.openxmlformats.org/officeDocument/2006/relationships" id="290" r:id="R48f7ee47622f43ea"/>
    <p:sldId xmlns:r="http://schemas.openxmlformats.org/officeDocument/2006/relationships" id="291" r:id="R594a07bf09324735"/>
    <p:sldId xmlns:r="http://schemas.openxmlformats.org/officeDocument/2006/relationships" id="292" r:id="R738fa33b2f4d41f0"/>
    <p:sldId xmlns:r="http://schemas.openxmlformats.org/officeDocument/2006/relationships" id="293" r:id="R38dec74cbbae4e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de227675134d8f" /><Relationship Type="http://schemas.openxmlformats.org/officeDocument/2006/relationships/slideMaster" Target="/ppt/slideMasters/slideMaster1.xml" Id="R80f7683544214c56" /><Relationship Type="http://schemas.openxmlformats.org/officeDocument/2006/relationships/notesMaster" Target="/ppt/notesMasters/notesMaster1.xml" Id="R35a0a36924e9489f" /><Relationship Type="http://schemas.openxmlformats.org/officeDocument/2006/relationships/presProps" Target="/ppt/presProps.xml" Id="R7a57b0a9b9aa4da2" /><Relationship Type="http://schemas.openxmlformats.org/officeDocument/2006/relationships/tableStyles" Target="/ppt/tableStyles.xml" Id="R19faf57fbded4506" /><Relationship Type="http://schemas.openxmlformats.org/officeDocument/2006/relationships/slide" Target="/ppt/slides/slide1.xml" Id="R92dfb7f138a9437b" /><Relationship Type="http://schemas.openxmlformats.org/officeDocument/2006/relationships/slide" Target="/ppt/slides/slide2.xml" Id="Rab6a3ea03e1d4d73" /><Relationship Type="http://schemas.openxmlformats.org/officeDocument/2006/relationships/slide" Target="/ppt/slides/slide3.xml" Id="R72be8ce14fe84046" /><Relationship Type="http://schemas.openxmlformats.org/officeDocument/2006/relationships/slide" Target="/ppt/slides/slide4.xml" Id="Rade98cff33b04d11" /><Relationship Type="http://schemas.openxmlformats.org/officeDocument/2006/relationships/slide" Target="/ppt/slides/slide5.xml" Id="R7f2c0309a8c2450c" /><Relationship Type="http://schemas.openxmlformats.org/officeDocument/2006/relationships/slide" Target="/ppt/slides/slide6.xml" Id="R314688504db34958" /><Relationship Type="http://schemas.openxmlformats.org/officeDocument/2006/relationships/slide" Target="/ppt/slides/slide7.xml" Id="Ra340fc07e1fc4ffd" /><Relationship Type="http://schemas.openxmlformats.org/officeDocument/2006/relationships/slide" Target="/ppt/slides/slide8.xml" Id="Rfb28aa3e2fad477a" /><Relationship Type="http://schemas.openxmlformats.org/officeDocument/2006/relationships/slide" Target="/ppt/slides/slide9.xml" Id="R53b69c6daa534bb8" /><Relationship Type="http://schemas.openxmlformats.org/officeDocument/2006/relationships/slide" Target="/ppt/slides/slide10.xml" Id="R8c98783765604885" /><Relationship Type="http://schemas.openxmlformats.org/officeDocument/2006/relationships/slide" Target="/ppt/slides/slide11.xml" Id="R3b3821986fd445f9" /><Relationship Type="http://schemas.openxmlformats.org/officeDocument/2006/relationships/slide" Target="/ppt/slides/slide12.xml" Id="R12f484b0607c4af3" /><Relationship Type="http://schemas.openxmlformats.org/officeDocument/2006/relationships/slide" Target="/ppt/slides/slide13.xml" Id="R0ad3a5b6395b4e55" /><Relationship Type="http://schemas.openxmlformats.org/officeDocument/2006/relationships/slide" Target="/ppt/slides/slide14.xml" Id="Rbf664d2289644db4" /><Relationship Type="http://schemas.openxmlformats.org/officeDocument/2006/relationships/slide" Target="/ppt/slides/slide15.xml" Id="Rc0456dbeda3d4517" /><Relationship Type="http://schemas.openxmlformats.org/officeDocument/2006/relationships/slide" Target="/ppt/slides/slide16.xml" Id="Rbaf473bc4c1f4deb" /><Relationship Type="http://schemas.openxmlformats.org/officeDocument/2006/relationships/slide" Target="/ppt/slides/slide17.xml" Id="Ra0246c5428ea4e1c" /><Relationship Type="http://schemas.openxmlformats.org/officeDocument/2006/relationships/slide" Target="/ppt/slides/slide18.xml" Id="R6076b0054c2e43d5" /><Relationship Type="http://schemas.openxmlformats.org/officeDocument/2006/relationships/slide" Target="/ppt/slides/slide19.xml" Id="Rdd3b3eb30bfc4e81" /><Relationship Type="http://schemas.openxmlformats.org/officeDocument/2006/relationships/slide" Target="/ppt/slides/slide20.xml" Id="R6deb1be721f14295" /><Relationship Type="http://schemas.openxmlformats.org/officeDocument/2006/relationships/slide" Target="/ppt/slides/slide21.xml" Id="Rc48057c80e75457f" /><Relationship Type="http://schemas.openxmlformats.org/officeDocument/2006/relationships/slide" Target="/ppt/slides/slide22.xml" Id="R510cf70af4e14299" /><Relationship Type="http://schemas.openxmlformats.org/officeDocument/2006/relationships/slide" Target="/ppt/slides/slide23.xml" Id="R5e086aa947d3496d" /><Relationship Type="http://schemas.openxmlformats.org/officeDocument/2006/relationships/slide" Target="/ppt/slides/slide24.xml" Id="R64009c0cbd3b49fa" /><Relationship Type="http://schemas.openxmlformats.org/officeDocument/2006/relationships/slide" Target="/ppt/slides/slide25.xml" Id="R9f2e3c20bd684c56" /><Relationship Type="http://schemas.openxmlformats.org/officeDocument/2006/relationships/slide" Target="/ppt/slides/slide26.xml" Id="R57dae70ba4704a6e" /><Relationship Type="http://schemas.openxmlformats.org/officeDocument/2006/relationships/slide" Target="/ppt/slides/slide27.xml" Id="R773c9573187d4ff8" /><Relationship Type="http://schemas.openxmlformats.org/officeDocument/2006/relationships/slide" Target="/ppt/slides/slide28.xml" Id="R84c169af062e4eb5" /><Relationship Type="http://schemas.openxmlformats.org/officeDocument/2006/relationships/slide" Target="/ppt/slides/slide29.xml" Id="Re5f752c3e25440de" /><Relationship Type="http://schemas.openxmlformats.org/officeDocument/2006/relationships/slide" Target="/ppt/slides/slide30.xml" Id="R43d34c19ccb94e44" /><Relationship Type="http://schemas.openxmlformats.org/officeDocument/2006/relationships/slide" Target="/ppt/slides/slide31.xml" Id="Rd7806680f8ed4702" /><Relationship Type="http://schemas.openxmlformats.org/officeDocument/2006/relationships/slide" Target="/ppt/slides/slide32.xml" Id="R3126f79ac25945df" /><Relationship Type="http://schemas.openxmlformats.org/officeDocument/2006/relationships/slide" Target="/ppt/slides/slide33.xml" Id="Rd6fcba250df2429c" /><Relationship Type="http://schemas.openxmlformats.org/officeDocument/2006/relationships/slide" Target="/ppt/slides/slide34.xml" Id="Rde5d6fe3bbeb47f2" /><Relationship Type="http://schemas.openxmlformats.org/officeDocument/2006/relationships/slide" Target="/ppt/slides/slide35.xml" Id="R48f7ee47622f43ea" /><Relationship Type="http://schemas.openxmlformats.org/officeDocument/2006/relationships/slide" Target="/ppt/slides/slide36.xml" Id="R594a07bf09324735" /><Relationship Type="http://schemas.openxmlformats.org/officeDocument/2006/relationships/slide" Target="/ppt/slides/slide37.xml" Id="R738fa33b2f4d41f0" /><Relationship Type="http://schemas.openxmlformats.org/officeDocument/2006/relationships/slide" Target="/ppt/slides/slide38.xml" Id="R38dec74cbbae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88fbcb51264e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98f65dd13d44a8" /><Relationship Type="http://schemas.openxmlformats.org/officeDocument/2006/relationships/notesMaster" Target="/ppt/notesMasters/notesMaster1.xml" Id="Rc109c5eb35d54d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3a68ce66b140f8" /><Relationship Type="http://schemas.openxmlformats.org/officeDocument/2006/relationships/notesMaster" Target="/ppt/notesMasters/notesMaster1.xml" Id="R4f3db232a6d541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a1c82d743c459c" /><Relationship Type="http://schemas.openxmlformats.org/officeDocument/2006/relationships/notesMaster" Target="/ppt/notesMasters/notesMaster1.xml" Id="Rd096654e508e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1128d24954709" /><Relationship Type="http://schemas.openxmlformats.org/officeDocument/2006/relationships/notesMaster" Target="/ppt/notesMasters/notesMaster1.xml" Id="Ra558fdc9b62d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2310dc9b05464c" /><Relationship Type="http://schemas.openxmlformats.org/officeDocument/2006/relationships/notesMaster" Target="/ppt/notesMasters/notesMaster1.xml" Id="Rea4e1c4291cb44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dbb57bb7e2453f" /><Relationship Type="http://schemas.openxmlformats.org/officeDocument/2006/relationships/notesMaster" Target="/ppt/notesMasters/notesMaster1.xml" Id="R1c91980210684d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68521527974ffa" /><Relationship Type="http://schemas.openxmlformats.org/officeDocument/2006/relationships/notesMaster" Target="/ppt/notesMasters/notesMaster1.xml" Id="Rd031278df44f4e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6ee7c301684447" /><Relationship Type="http://schemas.openxmlformats.org/officeDocument/2006/relationships/notesMaster" Target="/ppt/notesMasters/notesMaster1.xml" Id="Rb8e87d52eebe42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1bc4454ccf4c4b" /><Relationship Type="http://schemas.openxmlformats.org/officeDocument/2006/relationships/notesMaster" Target="/ppt/notesMasters/notesMaster1.xml" Id="Rbc7cea07a58e47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58435914054dcb" /><Relationship Type="http://schemas.openxmlformats.org/officeDocument/2006/relationships/notesMaster" Target="/ppt/notesMasters/notesMaster1.xml" Id="R817d581f297048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837e29411243a0" /><Relationship Type="http://schemas.openxmlformats.org/officeDocument/2006/relationships/notesMaster" Target="/ppt/notesMasters/notesMaster1.xml" Id="R98fd61953da94c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4e7127e7e44e22" /><Relationship Type="http://schemas.openxmlformats.org/officeDocument/2006/relationships/notesMaster" Target="/ppt/notesMasters/notesMaster1.xml" Id="Rb5cc0b51febd49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16522a74ba4911" /><Relationship Type="http://schemas.openxmlformats.org/officeDocument/2006/relationships/notesMaster" Target="/ppt/notesMasters/notesMaster1.xml" Id="Rc1ad69b8ce5041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9a217fb2044c66" /><Relationship Type="http://schemas.openxmlformats.org/officeDocument/2006/relationships/notesMaster" Target="/ppt/notesMasters/notesMaster1.xml" Id="R70c433b23c234e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513751e7394847" /><Relationship Type="http://schemas.openxmlformats.org/officeDocument/2006/relationships/notesMaster" Target="/ppt/notesMasters/notesMaster1.xml" Id="R2c87e0a22b9c47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9f13f08ebe467f" /><Relationship Type="http://schemas.openxmlformats.org/officeDocument/2006/relationships/notesMaster" Target="/ppt/notesMasters/notesMaster1.xml" Id="R8fe24fa06b7648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4bf77fd0e8425c" /><Relationship Type="http://schemas.openxmlformats.org/officeDocument/2006/relationships/notesMaster" Target="/ppt/notesMasters/notesMaster1.xml" Id="R003b0a23c31a49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4c25a888154b02" /><Relationship Type="http://schemas.openxmlformats.org/officeDocument/2006/relationships/notesMaster" Target="/ppt/notesMasters/notesMaster1.xml" Id="R6d714848f87f44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577519fb6c4bcc" /><Relationship Type="http://schemas.openxmlformats.org/officeDocument/2006/relationships/notesMaster" Target="/ppt/notesMasters/notesMaster1.xml" Id="Rf9dc4f7945f348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2925e3233e4555" /><Relationship Type="http://schemas.openxmlformats.org/officeDocument/2006/relationships/notesMaster" Target="/ppt/notesMasters/notesMaster1.xml" Id="Rfc6617ff690647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041e9c617c941b8" /><Relationship Type="http://schemas.openxmlformats.org/officeDocument/2006/relationships/notesMaster" Target="/ppt/notesMasters/notesMaster1.xml" Id="Rbcf8bcadc3af4a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c630660cef4fb2" /><Relationship Type="http://schemas.openxmlformats.org/officeDocument/2006/relationships/notesMaster" Target="/ppt/notesMasters/notesMaster1.xml" Id="Re1c586757ac449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24bd124b8643ec" /><Relationship Type="http://schemas.openxmlformats.org/officeDocument/2006/relationships/notesMaster" Target="/ppt/notesMasters/notesMaster1.xml" Id="R792cba90de344c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c78aa669b34937" /><Relationship Type="http://schemas.openxmlformats.org/officeDocument/2006/relationships/notesMaster" Target="/ppt/notesMasters/notesMaster1.xml" Id="R54ab549852104b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d0eb85ae48c4a95" /><Relationship Type="http://schemas.openxmlformats.org/officeDocument/2006/relationships/notesMaster" Target="/ppt/notesMasters/notesMaster1.xml" Id="R818299edb69148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0b001d11664b5c" /><Relationship Type="http://schemas.openxmlformats.org/officeDocument/2006/relationships/notesMaster" Target="/ppt/notesMasters/notesMaster1.xml" Id="Rc5f86106766a446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7f3a1d8b58641aa" /><Relationship Type="http://schemas.openxmlformats.org/officeDocument/2006/relationships/notesMaster" Target="/ppt/notesMasters/notesMaster1.xml" Id="Raa597feae11745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7df1ac4c5224679" /><Relationship Type="http://schemas.openxmlformats.org/officeDocument/2006/relationships/notesMaster" Target="/ppt/notesMasters/notesMaster1.xml" Id="Raa2972fd2abf444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710ff84c2749dc" /><Relationship Type="http://schemas.openxmlformats.org/officeDocument/2006/relationships/notesMaster" Target="/ppt/notesMasters/notesMaster1.xml" Id="R11d8a8b80727437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df84eb432934c9a" /><Relationship Type="http://schemas.openxmlformats.org/officeDocument/2006/relationships/notesMaster" Target="/ppt/notesMasters/notesMaster1.xml" Id="R8f0f33edd5b64e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de6fd80b9fb4a0f" /><Relationship Type="http://schemas.openxmlformats.org/officeDocument/2006/relationships/notesMaster" Target="/ppt/notesMasters/notesMaster1.xml" Id="Rd1f34193088d4d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68805e81da24d61" /><Relationship Type="http://schemas.openxmlformats.org/officeDocument/2006/relationships/notesMaster" Target="/ppt/notesMasters/notesMaster1.xml" Id="R6ecea542f9e04df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4cf4de1c639468a" /><Relationship Type="http://schemas.openxmlformats.org/officeDocument/2006/relationships/notesMaster" Target="/ppt/notesMasters/notesMaster1.xml" Id="Rca6d1732b4b4494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094d280cead43c9" /><Relationship Type="http://schemas.openxmlformats.org/officeDocument/2006/relationships/notesMaster" Target="/ppt/notesMasters/notesMaster1.xml" Id="Rdd9b37538d614e8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11de8f72d54254" /><Relationship Type="http://schemas.openxmlformats.org/officeDocument/2006/relationships/notesMaster" Target="/ppt/notesMasters/notesMaster1.xml" Id="R8deab67780a742e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b6b5d87d25b4c7c" /><Relationship Type="http://schemas.openxmlformats.org/officeDocument/2006/relationships/notesMaster" Target="/ppt/notesMasters/notesMaster1.xml" Id="Ra6d598c45284432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a2a409082b84c4b" /><Relationship Type="http://schemas.openxmlformats.org/officeDocument/2006/relationships/notesMaster" Target="/ppt/notesMasters/notesMaster1.xml" Id="R4d55cef219674b6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a0200bf78134398" /><Relationship Type="http://schemas.openxmlformats.org/officeDocument/2006/relationships/notesMaster" Target="/ppt/notesMasters/notesMaster1.xml" Id="Rcdaf8323c252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點已經用完，請掃第 3 頁的 QR Code 填群組申請，留下 Lovable 登入 email，再向我示意。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講述：免費建置額度不是固定五次提示。今天的 5 點已用完或額度不足時，請掃右側 QR Code，只需填登入 Lovable 的 email。表單開放持連結者填寫，不要求登入 Google，也不公開其他人的回覆。送出後向講師示意。講師查看 Google 表單回覆，再安排 Lovable 群組邀請；申請送出不會自動加入。收到信後完成加入，確認可以繼續實作。仍無法建置時，保留狀態並以離線版做驗收。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操作：投影 QR Code 與可點選短網址。講師於自己的表單「回覆」分頁查看 email，再安排群組邀請；請學員確認信箱。需要在正式流程中再次顯示 QR 時，也可開第 35 頁附錄。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檢核：申請者填的是 Lovable 登入 email，知道需完成邀請流程。所有人記錄額度來源與切換時間，卡關者知道離線備援位置。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時間：13:30–13:30:30，30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講述：歡迎來到 HWDC 2026。今天用同一份 Web 需求，親自觀察 Lovable 與通用 AI 工具的建置、修改與驗收。我會以 Codex 桌面 App 示範，CLI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操作：確認投影與音量，說明今天的工具與共同任務，接著切到講師介紹。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轉場：先用一分鐘介紹我自己，以及我平常在做的事。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時間：13:30:30–13:32，1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講述：我是林建宏，大家也可以叫我 Wolke。我把自己定位成一名啟發者，希望把開發過程中的經驗與問題分享出來，幫助更多人理解並開始行動。我是 Google Developer Expert、LINE Message API Expert，也是技術書作者，曾在大學、社群與論壇講授。我的著作涵蓋 Gemini API、ChatGPT 協作程式開發和 LINE 聊天機器人。近期的書是《實用的 Gemini API 開發點子書》。我在 Medium 持續分享 AI 人機協作與提示工程。今天想和大家一起做的，是把需求說清楚，再親手檢查 AI 做出的成果。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操作：介紹照片、專業資格與著作。用約一分鐘講背景，最後 30 秒連到今天的 AI 協作與驗收主題。Medium 網址可點選，完整書名與來源在本頁備註及教材。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檢核：聽眾理解講師的實作與教學背景，以及本堂課為何重視需求、操作和驗收。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轉場：我們先看看今天會做出的議程收藏器，以及你會帶走什麼。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照片來源：本人 Medium 自我介紹內的 LINE API Expert 名片，裁切人物照片區域，未修改人物外觀。</a:t>
            </a:r>
          </a:p>
          <a:p xmlns:a="http://schemas.openxmlformats.org/drawingml/2006/main">
            <a:r>
              <a:t>https://miro.medium.com/v2/resize:fit:1100/format:webp/1*Gay9qEgsRt-zhP2nyFXlmQ.png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完整著作：實用的GeminiAPI開發點子書（2026）；全面掌握Gemini 開發實務：輕鬆駕馭Google AI引擎（2025）；ChatGPT 來襲，未來人人都需具備的運算思維！應用詠唱工程來釋放程式生產力，程式學習／開發篇（2023）；LINE聊天機器人+AI+雲端+開源+程式：輕鬆入門到完整學習（2022）。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時間：13:32–13:35，3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講述：今天要完成的是找議程、收藏、重新整理後保留，再加上衝堂提示。這張畫面是使用真實議程附件的參考版，UI 只是其中一種可能。兩套工具各做一個初版，各接受一次相同的需求變更，再以完成度、時間與用量寫下自己的選型理由。你可以沿用熟悉的通用 AI 工具，只要需求與資料相同，並記錄條件。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操作：先用 90 秒操作離線參考版：搜尋林建宏，收藏 4996、5030，重新整理確認保留，再切第二版加入 5018 看衝堂。接著 60 秒說明兩段 15 分鐘初版與各 5 分鐘修改。最後 30 秒舉手詢問工具分布，提醒同學可使用自己的通用工具。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檢核：請學員說出畫面尚未證明的功能，例如重新整理保存。確認知道 UI 可以不同、通用工具可以自選，而且要留下作品與觀察紀錄。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可以自由設計。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邏輯，不固定畫面。所有議程兩天各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做出可試用的第一版。色彩、版型、字型都可以自由發揮。驗收表拿在自己手上，發現缺漏再描述操作與預期。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操作：直接複製本頁四句提示。下一頁提供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筆資料；不把 UI 相似度當成功條件。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快照。投影片寫出來源及附件完整網址。目前 GitHub repo 為私人，學員可使用教材包 materials 裡的 JSON；沒有 repo 權限時不要卡在 GitHub 登入。提示與資料分開，上傳完再送出第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操作：示範從教材包選取 hwdc-agenda-2026.json 上傳，確認附件後貼第 11 頁提示。指出預覽入口並開始驗收。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不必一樣。驗收表由人操作，發現問題再補充。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講述：本頁屬舊版 12 筆資料、長提示的彩排。Lovable 逐訊息實耗為初版 2 credits、修改 3.10，共 5.10。使用 Business 每月 1,200 credits 正常月費 US$588 全數分攤，單位 US$0.49，合計 US$2.499，約 US$2.50。此分攤未把每日附送點數或訂閱功能另外估值。工作區目前有全額訂閱優惠，當期訂閱帳單為 US$0，因此表中的金額不是專案實扣。若以 Business 加購 US$30／50 credits 換算，則為 US$3.06，兩個口徑不相加。Codex 在兩段實作時間窗共 743,895 輸入 tokens（其中 730,150 快取、13,745 未快取）及 10,380 輸出。依 GPT-6 Astra Standard 每百萬 tokens 的 250／25／1250 credits，換算 34.665 Codex credits。另採官方 2,500 credits 等值 US$100 的面額假設，得到約 US$1.39。這不是已核實的額度扣除或帳單。速度模式未記錄，若依加購額度的 Fast 2 倍／Ultrafast 6 倍試算，約 US$2.77／US$8.32。Codex 長對話及交錯操作使時間窗歸屬只能近似，和 Lovable 平台內訊息耗點的邊界不完全一致。這些結果不足以判定誰較便宜。人的主動工時與等待另外記錄，缺值不補零。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操作：先指認直接取得的用量，再指認換算假設。需要細節時，開啟教材 evidence/cost-check-20261013.html，展示兩張 Lovable 訊息耗點截圖、Codex token 明細與公式。提醒新條件的 70 筆議程比較仍待測。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檢核：學員能區分實耗、正常訂閱分攤、Standard 情境估算與帳單實扣，不把不同平台 credits 當成相同單位，也不重複加總快取輸入或推理輸出。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轉場：除了這次用量，接著看修改範圍與後續接手會帶來什麼工作。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講述：讓兩位學員用不同 UI 展示同一任務：找到議程、收藏、看衝堂、決定取消或保留。上一輪 Lovable 在提醒區直接加取消按鈕，Codex 由卡片取消；兩者都能完成，但步驟不同。討論這些操作是否清楚，再分享個人的視覺風格。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秒，再以 60 秒分享差異；不投票選工具冠軍。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檢核：能區分 UX 任務與 UI 表現，使用者找得到下一步。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轉場：謝謝大家，教材可繼續用於課後練習。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額度已用完時，直接掃本頁右側 QR Code，填登入 Lovable 的 email，再向講師示意。講師查看表單回覆後另行安排群組邀請，學員完成信件中的邀請步驟。表單不會自動加入。仍無法建置或遇服務中斷時，改用離線參考版並保留切換原因。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操作：本頁即可展示 QR，不必離開排錯附錄。需要較大的 QR Code 時切到第 3 頁。邀請或排錯無法立即完成者，先做 offline/reference-v1.html 的驗收。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eec42173544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1f938e53a4d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a469b37534f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f7f49adb546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9d9b53b9d48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fc797d95f4b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c859959d4c46bc" /><Relationship Type="http://schemas.openxmlformats.org/officeDocument/2006/relationships/slideLayout" Target="/ppt/slideLayouts/slideLayout1.xml" Id="Rd2bb4bd52ee640a6" /><Relationship Type="http://schemas.openxmlformats.org/officeDocument/2006/relationships/slideLayout" Target="/ppt/slideLayouts/slideLayout2.xml" Id="R12ff96d552334ec9" /><Relationship Type="http://schemas.openxmlformats.org/officeDocument/2006/relationships/slideLayout" Target="/ppt/slideLayouts/slideLayout3.xml" Id="Rfc49e1904b1f435e" /><Relationship Type="http://schemas.openxmlformats.org/officeDocument/2006/relationships/slideLayout" Target="/ppt/slideLayouts/slideLayout4.xml" Id="R666a40346a574d99" /><Relationship Type="http://schemas.openxmlformats.org/officeDocument/2006/relationships/slideLayout" Target="/ppt/slideLayouts/slideLayout5.xml" Id="Ra01c86375ff441be" /><Relationship Type="http://schemas.openxmlformats.org/officeDocument/2006/relationships/slideLayout" Target="/ppt/slideLayouts/slideLayout6.xml" Id="Rebe551f3e7d04f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b4bd52ee640a6"/>
    <p:sldLayoutId xmlns:r="http://schemas.openxmlformats.org/officeDocument/2006/relationships" id="2147483650" r:id="R12ff96d552334ec9"/>
    <p:sldLayoutId xmlns:r="http://schemas.openxmlformats.org/officeDocument/2006/relationships" id="2147483651" r:id="Rfc49e1904b1f435e"/>
    <p:sldLayoutId xmlns:r="http://schemas.openxmlformats.org/officeDocument/2006/relationships" id="2147483652" r:id="R666a40346a574d99"/>
    <p:sldLayoutId xmlns:r="http://schemas.openxmlformats.org/officeDocument/2006/relationships" id="2147483653" r:id="Ra01c86375ff441be"/>
    <p:sldLayoutId xmlns:r="http://schemas.openxmlformats.org/officeDocument/2006/relationships" id="2147483654" r:id="Rebe551f3e7d04f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c89d727264a08" /><Relationship Type="http://schemas.openxmlformats.org/officeDocument/2006/relationships/notesSlide" Target="/ppt/notesSlides/notesSlide1.xml" Id="R33740dbb14d843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40a62b4bc496c" /><Relationship Type="http://schemas.openxmlformats.org/officeDocument/2006/relationships/notesSlide" Target="/ppt/notesSlides/notesSlide2.xml" Id="Rf93fd65f1ad243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d746ee2994ab9" /><Relationship Type="http://schemas.openxmlformats.org/officeDocument/2006/relationships/image" Target="/ppt/media/image.png" Id="Ra4f209d32de7437a" /><Relationship Type="http://schemas.openxmlformats.org/officeDocument/2006/relationships/hyperlink" Target="https://forms.gle/pt3nLWy622sYTfsG6" TargetMode="External" Id="R641dadea3b0c4a55" /><Relationship Type="http://schemas.openxmlformats.org/officeDocument/2006/relationships/notesSlide" Target="/ppt/notesSlides/notesSlide3.xml" Id="R1e6e03d33bd54e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27aaa2dd14942" /><Relationship Type="http://schemas.openxmlformats.org/officeDocument/2006/relationships/notesSlide" Target="/ppt/notesSlides/notesSlide4.xml" Id="R4b8bcb3ae2e349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3d927c3c14ddb" /><Relationship Type="http://schemas.openxmlformats.org/officeDocument/2006/relationships/image" Target="/ppt/media/image2.png" Id="Ra6145dd81f3f4e40" /><Relationship Type="http://schemas.openxmlformats.org/officeDocument/2006/relationships/hyperlink" Target="https://medium.com/@wolkesau" TargetMode="External" Id="R82f4c1e02d4e426b" /><Relationship Type="http://schemas.openxmlformats.org/officeDocument/2006/relationships/notesSlide" Target="/ppt/notesSlides/notesSlide5.xml" Id="Rb9d4d69cd73d49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c20b364114c57" /><Relationship Type="http://schemas.openxmlformats.org/officeDocument/2006/relationships/image" Target="/ppt/media/image3.png" Id="Rf53664019b294329" /><Relationship Type="http://schemas.openxmlformats.org/officeDocument/2006/relationships/notesSlide" Target="/ppt/notesSlides/notesSlide6.xml" Id="Rc6abd75ab53048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ca8b08dc647df" /><Relationship Type="http://schemas.openxmlformats.org/officeDocument/2006/relationships/notesSlide" Target="/ppt/notesSlides/notesSlide7.xml" Id="R8fbf6fb2a33e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a39dd12f84155" /><Relationship Type="http://schemas.openxmlformats.org/officeDocument/2006/relationships/notesSlide" Target="/ppt/notesSlides/notesSlide8.xml" Id="R4ad342eec9ae4e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52490979a43a7" /><Relationship Type="http://schemas.openxmlformats.org/officeDocument/2006/relationships/notesSlide" Target="/ppt/notesSlides/notesSlide9.xml" Id="R4383dd09eab24e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6d28b1f0c94c1e" /><Relationship Type="http://schemas.openxmlformats.org/officeDocument/2006/relationships/notesSlide" Target="/ppt/notesSlides/notesSlide10.xml" Id="Rfeff6564f84c42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c8160be2c64677" /><Relationship Type="http://schemas.openxmlformats.org/officeDocument/2006/relationships/notesSlide" Target="/ppt/notesSlides/notesSlide11.xml" Id="R659a26d3e9174a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7f514eb8b49dc" /><Relationship Type="http://schemas.openxmlformats.org/officeDocument/2006/relationships/hyperlink" Target="https://hwdc.ithome.com.tw/2026/agenda" TargetMode="External" Id="R8437f59f695949c8" /><Relationship Type="http://schemas.openxmlformats.org/officeDocument/2006/relationships/hyperlink" Target="https://github.com/Wolke/hwdc-2026-ai-cli-vs-lovable/blob/main/HWDC-workshop/materials/hwdc-agenda-2026.json" TargetMode="External" Id="R5e885aa7a6f044e0" /><Relationship Type="http://schemas.openxmlformats.org/officeDocument/2006/relationships/hyperlink" Target="https://github.com/Wolke/hwdc-2026-ai-cli-vs-lovable/blob/main/HWDC-workshop/materials/hwdc-agenda-2026.json" TargetMode="External" Id="R01591f73d01344a8" /><Relationship Type="http://schemas.openxmlformats.org/officeDocument/2006/relationships/notesSlide" Target="/ppt/notesSlides/notesSlide12.xml" Id="Rec68c7fde9ef48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b96e9ecbb4386" /><Relationship Type="http://schemas.openxmlformats.org/officeDocument/2006/relationships/notesSlide" Target="/ppt/notesSlides/notesSlide13.xml" Id="R0b1683636f2444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664cc0e70462c" /><Relationship Type="http://schemas.openxmlformats.org/officeDocument/2006/relationships/image" Target="/ppt/media/image4.png" Id="Rbcc95840445a4b1a" /><Relationship Type="http://schemas.openxmlformats.org/officeDocument/2006/relationships/notesSlide" Target="/ppt/notesSlides/notesSlide14.xml" Id="Ra7c5950a3a2348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0184b9fbc4548" /><Relationship Type="http://schemas.openxmlformats.org/officeDocument/2006/relationships/notesSlide" Target="/ppt/notesSlides/notesSlide15.xml" Id="R63676666b3f141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55dfaa92c4493" /><Relationship Type="http://schemas.openxmlformats.org/officeDocument/2006/relationships/notesSlide" Target="/ppt/notesSlides/notesSlide16.xml" Id="R9376efbe08de45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457db146d4534" /><Relationship Type="http://schemas.openxmlformats.org/officeDocument/2006/relationships/notesSlide" Target="/ppt/notesSlides/notesSlide17.xml" Id="R57aa82f6f6ae44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24d4a54a34602" /><Relationship Type="http://schemas.openxmlformats.org/officeDocument/2006/relationships/notesSlide" Target="/ppt/notesSlides/notesSlide18.xml" Id="R18b83d1c5a6545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2c32d29124efd" /><Relationship Type="http://schemas.openxmlformats.org/officeDocument/2006/relationships/image" Target="/ppt/media/image5.png" Id="R268b9cb4b2e44c67" /><Relationship Type="http://schemas.openxmlformats.org/officeDocument/2006/relationships/notesSlide" Target="/ppt/notesSlides/notesSlide19.xml" Id="R37a72e4dd8884a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e7e8cde464996" /><Relationship Type="http://schemas.openxmlformats.org/officeDocument/2006/relationships/image" Target="/ppt/media/image6.png" Id="R3afd15cc0f0c4836" /><Relationship Type="http://schemas.openxmlformats.org/officeDocument/2006/relationships/notesSlide" Target="/ppt/notesSlides/notesSlide20.xml" Id="R73d2b26d96604a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a1123fb034c34" /><Relationship Type="http://schemas.openxmlformats.org/officeDocument/2006/relationships/notesSlide" Target="/ppt/notesSlides/notesSlide21.xml" Id="Ra0d02a775410492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0c7fc3a0014d36" /><Relationship Type="http://schemas.openxmlformats.org/officeDocument/2006/relationships/notesSlide" Target="/ppt/notesSlides/notesSlide22.xml" Id="R1d52435b239346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94f451758465b" /><Relationship Type="http://schemas.openxmlformats.org/officeDocument/2006/relationships/notesSlide" Target="/ppt/notesSlides/notesSlide23.xml" Id="Red06e90a92394ff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83d4ed78c4f04" /><Relationship Type="http://schemas.openxmlformats.org/officeDocument/2006/relationships/image" Target="/ppt/media/image7.png" Id="Rad59dc0b3f054bf8" /><Relationship Type="http://schemas.openxmlformats.org/officeDocument/2006/relationships/notesSlide" Target="/ppt/notesSlides/notesSlide24.xml" Id="R01ca3403c4da4c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dcce3bf884545" /><Relationship Type="http://schemas.openxmlformats.org/officeDocument/2006/relationships/notesSlide" Target="/ppt/notesSlides/notesSlide25.xml" Id="R297feaf250c246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7498ad77f4dad" /><Relationship Type="http://schemas.openxmlformats.org/officeDocument/2006/relationships/notesSlide" Target="/ppt/notesSlides/notesSlide26.xml" Id="R9defa13ce0184d0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9f34642c44497" /><Relationship Type="http://schemas.openxmlformats.org/officeDocument/2006/relationships/hyperlink" Target="https://docs.lovable.dev/introduction/subscription-plans" TargetMode="External" Id="Rb5442204ffcb4dcb" /><Relationship Type="http://schemas.openxmlformats.org/officeDocument/2006/relationships/hyperlink" Target="https://learn.chatgpt.com/docs/pricing" TargetMode="External" Id="Rf76207b42d0f44ed" /><Relationship Type="http://schemas.openxmlformats.org/officeDocument/2006/relationships/notesSlide" Target="/ppt/notesSlides/notesSlide27.xml" Id="R42b901764aa54b7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9f3b8f0524d77" /><Relationship Type="http://schemas.openxmlformats.org/officeDocument/2006/relationships/image" Target="/ppt/media/image8.png" Id="R77e6f74dce3d4603" /><Relationship Type="http://schemas.openxmlformats.org/officeDocument/2006/relationships/notesSlide" Target="/ppt/notesSlides/notesSlide28.xml" Id="R2f0f51e9e9504a6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4156b0284b4617" /><Relationship Type="http://schemas.openxmlformats.org/officeDocument/2006/relationships/notesSlide" Target="/ppt/notesSlides/notesSlide29.xml" Id="R7205f942ed3b444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e0e5ef1b524dcb" /><Relationship Type="http://schemas.openxmlformats.org/officeDocument/2006/relationships/notesSlide" Target="/ppt/notesSlides/notesSlide30.xml" Id="R6664541d65fe4d2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8fa045bd34840" /><Relationship Type="http://schemas.openxmlformats.org/officeDocument/2006/relationships/notesSlide" Target="/ppt/notesSlides/notesSlide31.xml" Id="R44c80be40b57418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818ad64634415b" /><Relationship Type="http://schemas.openxmlformats.org/officeDocument/2006/relationships/notesSlide" Target="/ppt/notesSlides/notesSlide32.xml" Id="R1b9db33303e848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e29def0dd4b0f" /><Relationship Type="http://schemas.openxmlformats.org/officeDocument/2006/relationships/notesSlide" Target="/ppt/notesSlides/notesSlide33.xml" Id="R165b96621615414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d1a5904ec47e7" /><Relationship Type="http://schemas.openxmlformats.org/officeDocument/2006/relationships/notesSlide" Target="/ppt/notesSlides/notesSlide34.xml" Id="R7a81bb256ced4c9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d3ddcbbd34644" /><Relationship Type="http://schemas.openxmlformats.org/officeDocument/2006/relationships/image" Target="/ppt/media/image9.png" Id="Ra8df1b4e9d5d4107" /><Relationship Type="http://schemas.openxmlformats.org/officeDocument/2006/relationships/hyperlink" Target="https://forms.gle/pt3nLWy622sYTfsG6" TargetMode="External" Id="Ra13481b816844b32" /><Relationship Type="http://schemas.openxmlformats.org/officeDocument/2006/relationships/hyperlink" Target="https://forms.gle/pt3nLWy622sYTfsG6" TargetMode="External" Id="Rf266aedf0e1947d3" /><Relationship Type="http://schemas.openxmlformats.org/officeDocument/2006/relationships/notesSlide" Target="/ppt/notesSlides/notesSlide35.xml" Id="R0d4e3c886845470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9c530d133404c" /><Relationship Type="http://schemas.openxmlformats.org/officeDocument/2006/relationships/hyperlink" Target="https://www.rfc-editor.org/rfc/rfc5545" TargetMode="External" Id="R4dbff7b7cafa44e1" /><Relationship Type="http://schemas.openxmlformats.org/officeDocument/2006/relationships/notesSlide" Target="/ppt/notesSlides/notesSlide36.xml" Id="R439598e87e8444a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9588579b14c13" /><Relationship Type="http://schemas.openxmlformats.org/officeDocument/2006/relationships/notesSlide" Target="/ppt/notesSlides/notesSlide37.xml" Id="Rb4731771d76348d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9f5f9b7994643" /><Relationship Type="http://schemas.openxmlformats.org/officeDocument/2006/relationships/hyperlink" Target="https://hwdc.ithome.com.tw/2026/agenda" TargetMode="External" Id="R29ddc48391c34b9f" /><Relationship Type="http://schemas.openxmlformats.org/officeDocument/2006/relationships/hyperlink" Target="https://docs.lovable.dev/introduction/faq" TargetMode="External" Id="Rd38da8052b334c57" /><Relationship Type="http://schemas.openxmlformats.org/officeDocument/2006/relationships/hyperlink" Target="https://docs.lovable.dev/introduction/credits-and-usage" TargetMode="External" Id="R5e30711e402649ec" /><Relationship Type="http://schemas.openxmlformats.org/officeDocument/2006/relationships/hyperlink" Target="https://learn.chatgpt.com/docs/quickstart" TargetMode="External" Id="R21cd6289345f4ef7" /><Relationship Type="http://schemas.openxmlformats.org/officeDocument/2006/relationships/hyperlink" Target="https://learn.chatgpt.com/docs/auth" TargetMode="External" Id="R2c3343c1f82b4410" /><Relationship Type="http://schemas.openxmlformats.org/officeDocument/2006/relationships/hyperlink" Target="https://www.rfc-editor.org/rfc/rfc5545" TargetMode="External" Id="R69498652b6914de4" /><Relationship Type="http://schemas.openxmlformats.org/officeDocument/2006/relationships/notesSlide" Target="/ppt/notesSlides/notesSlide38.xml" Id="Rc45a90931d9049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額度不足？申請加入群組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2" name="v7-2">
            <a:extLst xmlns:a="http://schemas.openxmlformats.org/drawingml/2006/main">
              <a:ext uri="{FF2B5EF4-FFF2-40B4-BE49-F238E27FC236}">
                <a16:creationId xmlns:a16="http://schemas.microsoft.com/office/drawing/2014/main" id="{8E075EC0-CA89-4F2A-8494-8B3A2AE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今天的 5 點已用完，或可用額度不足時再填寫</a:t>
            </a:r>
          </a:p>
        </p:txBody>
      </p:sp>
      <p:sp>
        <p:nvSpPr>
          <p:cNvPr id="13" name="v7-3">
            <a:extLst xmlns:a="http://schemas.openxmlformats.org/drawingml/2006/main">
              <a:ext uri="{FF2B5EF4-FFF2-40B4-BE49-F238E27FC236}">
                <a16:creationId xmlns:a16="http://schemas.microsoft.com/office/drawing/2014/main" id="{7BD89B64-476D-4931-83E5-86DD102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　掃右側 QR Code</a:t>
            </a:r>
          </a:p>
        </p:txBody>
      </p:sp>
      <p:sp>
        <p:nvSpPr>
          <p:cNvPr id="14" name="v7-4">
            <a:extLst xmlns:a="http://schemas.openxmlformats.org/drawingml/2006/main">
              <a:ext uri="{FF2B5EF4-FFF2-40B4-BE49-F238E27FC236}">
                <a16:creationId xmlns:a16="http://schemas.microsoft.com/office/drawing/2014/main" id="{FC36FA73-68C9-46B4-ADE5-C588CBB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2　填入 Lovable 登入 email</a:t>
            </a:r>
          </a:p>
        </p:txBody>
      </p:sp>
      <p:sp>
        <p:nvSpPr>
          <p:cNvPr id="15" name="v7-5">
            <a:extLst xmlns:a="http://schemas.openxmlformats.org/drawingml/2006/main">
              <a:ext uri="{FF2B5EF4-FFF2-40B4-BE49-F238E27FC236}">
                <a16:creationId xmlns:a16="http://schemas.microsoft.com/office/drawing/2014/main" id="{9FEDF7DA-786D-4A9F-8AC6-497DF86F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3　向講師示意，留意邀請信</a:t>
            </a:r>
          </a:p>
        </p:txBody>
      </p:sp>
      <p:sp>
        <p:nvSpPr>
          <p:cNvPr id="16" name="v7-6">
            <a:extLst xmlns:a="http://schemas.openxmlformats.org/drawingml/2006/main">
              <a:ext uri="{FF2B5EF4-FFF2-40B4-BE49-F238E27FC236}">
                <a16:creationId xmlns:a16="http://schemas.microsoft.com/office/drawing/2014/main" id="{03424CBD-6964-4AEA-9643-3490FCF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0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依邀請信完成加入後，再確認可繼續實作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3CD68-BEC7-4988-A3C7-2D624C568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209d32de7437a"/>
          <a:stretch xmlns:a="http://schemas.openxmlformats.org/drawingml/2006/main"/>
        </p:blipFill>
        <p:spPr>
          <a:xfrm xmlns:a="http://schemas.openxmlformats.org/drawingml/2006/main">
            <a:off x="7620000" y="19240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8" name="v7-7">
            <a:extLst xmlns:a="http://schemas.openxmlformats.org/drawingml/2006/main">
              <a:ext uri="{FF2B5EF4-FFF2-40B4-BE49-F238E27FC236}">
                <a16:creationId xmlns:a16="http://schemas.microsoft.com/office/drawing/2014/main" id="{8821008C-C29F-4CA1-B7D1-F2CD650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695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41dadea3b0c4a55"/>
              </a:rPr>
              <a:t>https://forms.gle/pt3nLWy622sYTfsG6</a:t>
            </a:r>
          </a:p>
        </p:txBody>
      </p:sp>
      <p:sp>
        <p:nvSpPr>
          <p:cNvPr id="19" name="v7-8">
            <a:extLst xmlns:a="http://schemas.openxmlformats.org/drawingml/2006/main">
              <a:ext uri="{FF2B5EF4-FFF2-40B4-BE49-F238E27FC236}">
                <a16:creationId xmlns:a16="http://schemas.microsoft.com/office/drawing/2014/main" id="{ABD8129B-5393-49A1-BAB7-8599DFE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仍卡關超過 2 分鐘，保留紀錄並改用離線參考版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關於我：林建宏 Wolke Lin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10" name="v8-2">
            <a:extLst xmlns:a="http://schemas.openxmlformats.org/drawingml/2006/main">
              <a:ext uri="{FF2B5EF4-FFF2-40B4-BE49-F238E27FC236}">
                <a16:creationId xmlns:a16="http://schemas.microsoft.com/office/drawing/2014/main" id="{1D850AAF-7079-400E-BE56-9C5F24A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分享 AI 協作與程式開發經驗，讓更多人動手做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CB6D9-1089-4A00-AD74-4118C50DA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45dd81f3f4e40"/>
          <a:stretch xmlns:a="http://schemas.openxmlformats.org/drawingml/2006/main"/>
        </p:blipFill>
        <p:spPr>
          <a:xfrm xmlns:a="http://schemas.openxmlformats.org/drawingml/2006/main">
            <a:off x="685800" y="19240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2" name="v8-3">
            <a:extLst xmlns:a="http://schemas.openxmlformats.org/drawingml/2006/main">
              <a:ext uri="{FF2B5EF4-FFF2-40B4-BE49-F238E27FC236}">
                <a16:creationId xmlns:a16="http://schemas.microsoft.com/office/drawing/2014/main" id="{235B836A-608E-4FE8-BEE0-04E4092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啟發者</a:t>
            </a:r>
          </a:p>
        </p:txBody>
      </p:sp>
      <p:sp>
        <p:nvSpPr>
          <p:cNvPr id="13" name="v8-4">
            <a:extLst xmlns:a="http://schemas.openxmlformats.org/drawingml/2006/main">
              <a:ext uri="{FF2B5EF4-FFF2-40B4-BE49-F238E27FC236}">
                <a16:creationId xmlns:a16="http://schemas.microsoft.com/office/drawing/2014/main" id="{C99CB3BC-A330-4895-AAD0-2E97E6D5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Google Developer Expert</a:t>
            </a:r>
          </a:p>
        </p:txBody>
      </p:sp>
      <p:sp>
        <p:nvSpPr>
          <p:cNvPr id="14" name="v8-5">
            <a:extLst xmlns:a="http://schemas.openxmlformats.org/drawingml/2006/main">
              <a:ext uri="{FF2B5EF4-FFF2-40B4-BE49-F238E27FC236}">
                <a16:creationId xmlns:a16="http://schemas.microsoft.com/office/drawing/2014/main" id="{4523562A-3245-439B-AE20-C566FC76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LINE Message API Expert</a:t>
            </a:r>
          </a:p>
        </p:txBody>
      </p:sp>
      <p:sp>
        <p:nvSpPr>
          <p:cNvPr id="15" name="v8-6">
            <a:extLst xmlns:a="http://schemas.openxmlformats.org/drawingml/2006/main">
              <a:ext uri="{FF2B5EF4-FFF2-40B4-BE49-F238E27FC236}">
                <a16:creationId xmlns:a16="http://schemas.microsoft.com/office/drawing/2014/main" id="{553B63C0-FD50-4004-950E-FB66A66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技術書作者</a:t>
            </a:r>
          </a:p>
        </p:txBody>
      </p:sp>
      <p:sp>
        <p:nvSpPr>
          <p:cNvPr id="16" name="v8-7">
            <a:extLst xmlns:a="http://schemas.openxmlformats.org/drawingml/2006/main">
              <a:ext uri="{FF2B5EF4-FFF2-40B4-BE49-F238E27FC236}">
                <a16:creationId xmlns:a16="http://schemas.microsoft.com/office/drawing/2014/main" id="{BFC8F4A5-3952-407E-A449-CD7326F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大學講師、社群與論壇講者</a:t>
            </a:r>
          </a:p>
        </p:txBody>
      </p:sp>
      <p:sp>
        <p:nvSpPr>
          <p:cNvPr id="17" name="v8-8">
            <a:extLst xmlns:a="http://schemas.openxmlformats.org/drawingml/2006/main">
              <a:ext uri="{FF2B5EF4-FFF2-40B4-BE49-F238E27FC236}">
                <a16:creationId xmlns:a16="http://schemas.microsoft.com/office/drawing/2014/main" id="{90B44808-D22D-4F59-B45F-806347E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代表著作</a:t>
            </a:r>
          </a:p>
        </p:txBody>
      </p:sp>
      <p:sp>
        <p:nvSpPr>
          <p:cNvPr id="18" name="v8-9">
            <a:extLst xmlns:a="http://schemas.openxmlformats.org/drawingml/2006/main">
              <a:ext uri="{FF2B5EF4-FFF2-40B4-BE49-F238E27FC236}">
                <a16:creationId xmlns:a16="http://schemas.microsoft.com/office/drawing/2014/main" id="{995CDD64-02C8-4AA2-82B9-B4078842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《實用的 Gemini API 開發點子書》</a:t>
            </a:r>
          </a:p>
        </p:txBody>
      </p:sp>
      <p:sp>
        <p:nvSpPr>
          <p:cNvPr id="19" name="v8-10">
            <a:extLst xmlns:a="http://schemas.openxmlformats.org/drawingml/2006/main">
              <a:ext uri="{FF2B5EF4-FFF2-40B4-BE49-F238E27FC236}">
                <a16:creationId xmlns:a16="http://schemas.microsoft.com/office/drawing/2014/main" id="{B5B77907-C562-4E9B-98EC-C0FE855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482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另著 ChatGPT 程式開發、LINE 聊天機器人書籍</a:t>
            </a:r>
          </a:p>
        </p:txBody>
      </p:sp>
      <p:sp>
        <p:nvSpPr>
          <p:cNvPr id="20" name="v8-11">
            <a:extLst xmlns:a="http://schemas.openxmlformats.org/drawingml/2006/main">
              <a:ext uri="{FF2B5EF4-FFF2-40B4-BE49-F238E27FC236}">
                <a16:creationId xmlns:a16="http://schemas.microsoft.com/office/drawing/2014/main" id="{EA1A48C2-6C8C-4208-BAFD-294FFED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2f4c1e02d4e426b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今天的成品與學習目標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12" name="v8-2">
            <a:extLst xmlns:a="http://schemas.openxmlformats.org/drawingml/2006/main">
              <a:ext uri="{FF2B5EF4-FFF2-40B4-BE49-F238E27FC236}">
                <a16:creationId xmlns:a16="http://schemas.microsoft.com/office/drawing/2014/main" id="{CB695D70-CCDB-457F-B951-730F0C7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研討會議程收藏器：同一份真實資料，UX 一致、UI 自由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D3C10-AA6D-480F-90FE-9D8F293C2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664019b294329"/>
          <a:stretch xmlns:a="http://schemas.openxmlformats.org/drawingml/2006/main"/>
        </p:blipFill>
        <p:spPr>
          <a:xfrm xmlns:a="http://schemas.openxmlformats.org/drawingml/2006/main">
            <a:off x="798724" y="1962150"/>
            <a:ext cx="5927302" cy="3905250"/>
          </a:xfrm>
          <a:prstGeom xmlns:a="http://schemas.openxmlformats.org/drawingml/2006/main" prst="rect">
            <a:avLst/>
          </a:prstGeom>
        </p:spPr>
      </p:pic>
      <p:sp>
        <p:nvSpPr>
          <p:cNvPr id="14" name="v8-3">
            <a:extLst xmlns:a="http://schemas.openxmlformats.org/drawingml/2006/main">
              <a:ext uri="{FF2B5EF4-FFF2-40B4-BE49-F238E27FC236}">
                <a16:creationId xmlns:a16="http://schemas.microsoft.com/office/drawing/2014/main" id="{0138A72F-470A-42CD-BDFC-7B2B73D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15" name="v8-4">
            <a:extLst xmlns:a="http://schemas.openxmlformats.org/drawingml/2006/main">
              <a:ext uri="{FF2B5EF4-FFF2-40B4-BE49-F238E27FC236}">
                <a16:creationId xmlns:a16="http://schemas.microsoft.com/office/drawing/2014/main" id="{B92EF46E-8EE7-410A-A4F8-BF8ECE3E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各用一套工具完成搜尋與收藏</a:t>
            </a:r>
          </a:p>
        </p:txBody>
      </p:sp>
      <p:sp>
        <p:nvSpPr>
          <p:cNvPr id="16" name="v8-5">
            <a:extLst xmlns:a="http://schemas.openxmlformats.org/drawingml/2006/main">
              <a:ext uri="{FF2B5EF4-FFF2-40B4-BE49-F238E27FC236}">
                <a16:creationId xmlns:a16="http://schemas.microsoft.com/office/drawing/2014/main" id="{561A15E0-CEF0-4DFC-A5D4-C65BC54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17" name="v8-6">
            <a:extLst xmlns:a="http://schemas.openxmlformats.org/drawingml/2006/main">
              <a:ext uri="{FF2B5EF4-FFF2-40B4-BE49-F238E27FC236}">
                <a16:creationId xmlns:a16="http://schemas.microsoft.com/office/drawing/2014/main" id="{9D20DCDE-67F4-4105-B97C-88AA20E3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加入衝堂提示，再做回歸檢查</a:t>
            </a:r>
          </a:p>
        </p:txBody>
      </p:sp>
      <p:sp>
        <p:nvSpPr>
          <p:cNvPr id="18" name="v8-7">
            <a:extLst xmlns:a="http://schemas.openxmlformats.org/drawingml/2006/main">
              <a:ext uri="{FF2B5EF4-FFF2-40B4-BE49-F238E27FC236}">
                <a16:creationId xmlns:a16="http://schemas.microsoft.com/office/drawing/2014/main" id="{F2B7392F-A0CB-4829-A2C3-5D64719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19" name="v8-8">
            <a:extLst xmlns:a="http://schemas.openxmlformats.org/drawingml/2006/main">
              <a:ext uri="{FF2B5EF4-FFF2-40B4-BE49-F238E27FC236}">
                <a16:creationId xmlns:a16="http://schemas.microsoft.com/office/drawing/2014/main" id="{9F86297C-57A1-4A0E-BCCC-1EE8CAD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依完成度、時間與用量比較</a:t>
            </a:r>
          </a:p>
        </p:txBody>
      </p:sp>
      <p:sp>
        <p:nvSpPr>
          <p:cNvPr id="20" name="v8-9">
            <a:extLst xmlns:a="http://schemas.openxmlformats.org/drawingml/2006/main">
              <a:ext uri="{FF2B5EF4-FFF2-40B4-BE49-F238E27FC236}">
                <a16:creationId xmlns:a16="http://schemas.microsoft.com/office/drawing/2014/main" id="{92133129-4A5F-4F04-91E0-FBBF574F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 UI；收藏需在重新整理後保留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95B0F-2FAE-41E7-B8A0-E21A4C3B2F0F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驗收標準，UI 自由發揮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F5875-8156-48DC-88D5-79BE21418B29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比較任務能否完成；色彩、版型與視覺風格自由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直接複製這四句，UI 由你或 Agent 自由發揮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437f59f695949c8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GitHub 附件（私人 repo，需存取權）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e885aa7a6f044e0"/>
              </a:rPr>
              <a:t>https://github.com/Wolke/hwdc-2026-ai-cli-vs-lovable/blob/main/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1591f73d01344a8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645CD-3C60-4D8F-883F-DC03A954B8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95840445a4b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Lovable 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E4F1B-BB47-4907-A82C-16E33690C6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b9cb4b2e44c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587A3-1513-407B-BC5A-2BCF74A161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d15cc0f0c48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ED6A2-10B6-49AD-8DE6-A9278C708D8B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16E83-1400-4E17-9122-1A9F29E383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9dc0b3f054b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2BEE0-E25A-4A24-BE72-0912FDEB85BD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彩排用量與費用換算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673B0-9C35-4C14-807A-BC52DC3586AA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43400"/>
                <a:gridCol w="48577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實耗／月費分攤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總 tokens／Standard 估算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初版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US$0.98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343,319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US$0.78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3.10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US$1.52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410,956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US$0.61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合計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st-scope">
            <a:extLst xmlns:a="http://schemas.openxmlformats.org/drawingml/2006/main">
              <a:ext uri="{FF2B5EF4-FFF2-40B4-BE49-F238E27FC236}">
                <a16:creationId xmlns:a16="http://schemas.microsoft.com/office/drawing/2014/main" id="{E58ADBC1-13E8-4DBA-AEC0-BE84E5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607185"/>
                </a:solidFill>
                <a:latin typeface="Heiti TC"/>
                <a:ea typeface="Heiti TC"/>
                <a:cs typeface="Heiti TC"/>
              </a:rPr>
              <a:t>2026/10/13 舊條件彩排，12 筆資料、長提示</a:t>
            </a:r>
          </a:p>
        </p:txBody>
      </p:sp>
      <p:sp>
        <p:nvSpPr>
          <p:cNvPr id="13" name="cost-limitations">
            <a:extLst xmlns:a="http://schemas.openxmlformats.org/drawingml/2006/main">
              <a:ext uri="{FF2B5EF4-FFF2-40B4-BE49-F238E27FC236}">
                <a16:creationId xmlns:a16="http://schemas.microsoft.com/office/drawing/2014/main" id="{7650DD54-1F58-41A8-AE66-AA48250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美元為牌價換算，實際專案扣款未取得。</a:t>
            </a:r>
          </a:p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速度模式未取得，無法據此判定誰較便宜。</a:t>
            </a:r>
          </a:p>
        </p:txBody>
      </p:sp>
      <p:sp>
        <p:nvSpPr>
          <p:cNvPr id="14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17676577-FD83-4F54-8CDC-9A271DD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5442204ffcb4dcb"/>
              </a:rPr>
              <a:t>Lovable 訂閱牌價：https://docs.lovable.dev/introduction/subscription-plans</a:t>
            </a:r>
          </a:p>
        </p:txBody>
      </p:sp>
      <p:sp>
        <p:nvSpPr>
          <p:cNvPr id="15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A54B9222-DB82-4BCF-B990-E9B0A70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76207b42d0f44ed"/>
              </a:rPr>
              <a:t>Codex 額度牌價：https://learn.chatgpt.com/docs/pricing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UX，不同的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讓同學試用相同任務，再討論操作差異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64CB3-FDAE-4FE4-AF16-592F1EEC4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6f74dce3d46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視覺風格各自發揮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9903-D81E-4352-BC43-63CA2ADACE5F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05653-C51C-48C9-A9CE-B026DB949641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14375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762250"/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餘額、未完成項目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掃右側 QR 申請</a:t>
                      </a:r>
                    </a:p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填完向講師示意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當下畫面、時間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指令、錯誤原文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7-2">
            <a:extLst xmlns:a="http://schemas.openxmlformats.org/drawingml/2006/main">
              <a:ext uri="{FF2B5EF4-FFF2-40B4-BE49-F238E27FC236}">
                <a16:creationId xmlns:a16="http://schemas.microsoft.com/office/drawing/2014/main" id="{5997124A-58AB-464E-8A41-432FF43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群組加入申請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8A8D1-6859-4B65-B553-77A3C93822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f1b4e9d5d4107"/>
          <a:stretch xmlns:a="http://schemas.openxmlformats.org/drawingml/2006/main"/>
        </p:blipFill>
        <p:spPr>
          <a:xfrm xmlns:a="http://schemas.openxmlformats.org/drawingml/2006/main">
            <a:off x="8229600" y="22098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v7-3">
            <a:extLst xmlns:a="http://schemas.openxmlformats.org/drawingml/2006/main">
              <a:ext uri="{FF2B5EF4-FFF2-40B4-BE49-F238E27FC236}">
                <a16:creationId xmlns:a16="http://schemas.microsoft.com/office/drawing/2014/main" id="{4AF03EFB-1226-45E8-926A-BF8D04F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054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13481b816844b32"/>
              </a:rPr>
              <a:t>https://forms.gle/</a:t>
            </a:r>
          </a:p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266aedf0e1947d3"/>
              </a:rPr>
              <a:t>pt3nLWy622sYTfsG6</a:t>
            </a:r>
          </a:p>
        </p:txBody>
      </p:sp>
      <p:sp>
        <p:nvSpPr>
          <p:cNvPr id="9" name="v7-4">
            <a:extLst xmlns:a="http://schemas.openxmlformats.org/drawingml/2006/main">
              <a:ext uri="{FF2B5EF4-FFF2-40B4-BE49-F238E27FC236}">
                <a16:creationId xmlns:a16="http://schemas.microsoft.com/office/drawing/2014/main" id="{C2D4C248-08C3-4103-933C-79900F0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dbff7b7cafa44e1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7EF5F-684E-44E8-9C95-6C7413F95214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9ddc48391c34b9f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38da8052b334c57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e30711e402649ec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1cd6289345f4ef7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c3343c1f82b4410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9498652b6914de4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2026-10-13T12:50:18.7230000Z</dcterms:created>
  <dcterms:modified xsi:type="dcterms:W3CDTF">2026-10-13T12:50:18.7230000Z</dcterms:modified>
</coreProperties>
</file>