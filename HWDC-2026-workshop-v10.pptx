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2f3d1e2fb341e1" /><Relationship Type="http://schemas.openxmlformats.org/officeDocument/2006/relationships/extended-properties" Target="/docProps/app.xml" Id="Rb0d6805074114250" /><Relationship Type="http://schemas.openxmlformats.org/officeDocument/2006/relationships/officeDocument" Target="/ppt/presentation.xml" Id="R6d89bcc4c801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0a1a1480c440d7"/>
  </p:sldMasterIdLst>
  <p:notesMasterIdLst>
    <p:notesMasterId xmlns:r="http://schemas.openxmlformats.org/officeDocument/2006/relationships" r:id="Rba195e4cdbae47fb"/>
  </p:notesMasterIdLst>
  <p:sldIdLst>
    <p:sldId xmlns:r="http://schemas.openxmlformats.org/officeDocument/2006/relationships" id="256" r:id="R97783f15c7f24078"/>
    <p:sldId xmlns:r="http://schemas.openxmlformats.org/officeDocument/2006/relationships" id="257" r:id="R834f9dadede14cfa"/>
    <p:sldId xmlns:r="http://schemas.openxmlformats.org/officeDocument/2006/relationships" id="258" r:id="R050bb3f489734a66"/>
    <p:sldId xmlns:r="http://schemas.openxmlformats.org/officeDocument/2006/relationships" id="259" r:id="R2a5d53bffc1b4c2f"/>
    <p:sldId xmlns:r="http://schemas.openxmlformats.org/officeDocument/2006/relationships" id="260" r:id="R7a8bb6f697134264"/>
    <p:sldId xmlns:r="http://schemas.openxmlformats.org/officeDocument/2006/relationships" id="261" r:id="R1205343e81844858"/>
    <p:sldId xmlns:r="http://schemas.openxmlformats.org/officeDocument/2006/relationships" id="262" r:id="Reccd8e90cb6143ad"/>
    <p:sldId xmlns:r="http://schemas.openxmlformats.org/officeDocument/2006/relationships" id="263" r:id="R2875f4b43d9a455b"/>
    <p:sldId xmlns:r="http://schemas.openxmlformats.org/officeDocument/2006/relationships" id="264" r:id="Rd27a154742ce4854"/>
    <p:sldId xmlns:r="http://schemas.openxmlformats.org/officeDocument/2006/relationships" id="265" r:id="R690c2e75a0514430"/>
    <p:sldId xmlns:r="http://schemas.openxmlformats.org/officeDocument/2006/relationships" id="266" r:id="R962a60b496e1432d"/>
    <p:sldId xmlns:r="http://schemas.openxmlformats.org/officeDocument/2006/relationships" id="267" r:id="R673583951201430c"/>
    <p:sldId xmlns:r="http://schemas.openxmlformats.org/officeDocument/2006/relationships" id="268" r:id="R9023919f777f47b1"/>
    <p:sldId xmlns:r="http://schemas.openxmlformats.org/officeDocument/2006/relationships" id="269" r:id="Rf17bd3ad1f70489f"/>
    <p:sldId xmlns:r="http://schemas.openxmlformats.org/officeDocument/2006/relationships" id="270" r:id="Rcc5cdcd82fa3461c"/>
    <p:sldId xmlns:r="http://schemas.openxmlformats.org/officeDocument/2006/relationships" id="271" r:id="Rcc56755571294e86"/>
    <p:sldId xmlns:r="http://schemas.openxmlformats.org/officeDocument/2006/relationships" id="272" r:id="R09a275e348454db1"/>
    <p:sldId xmlns:r="http://schemas.openxmlformats.org/officeDocument/2006/relationships" id="273" r:id="Rb5fd1df4ce054280"/>
    <p:sldId xmlns:r="http://schemas.openxmlformats.org/officeDocument/2006/relationships" id="274" r:id="Rb4a93b243cc74bc2"/>
    <p:sldId xmlns:r="http://schemas.openxmlformats.org/officeDocument/2006/relationships" id="275" r:id="Ra3ba3c45923a4289"/>
    <p:sldId xmlns:r="http://schemas.openxmlformats.org/officeDocument/2006/relationships" id="276" r:id="Red4dd3c4e5024489"/>
    <p:sldId xmlns:r="http://schemas.openxmlformats.org/officeDocument/2006/relationships" id="277" r:id="Ra949b57ead3a4187"/>
    <p:sldId xmlns:r="http://schemas.openxmlformats.org/officeDocument/2006/relationships" id="278" r:id="R979a94bbc9f640a6"/>
    <p:sldId xmlns:r="http://schemas.openxmlformats.org/officeDocument/2006/relationships" id="279" r:id="R8525bf031aa04073"/>
    <p:sldId xmlns:r="http://schemas.openxmlformats.org/officeDocument/2006/relationships" id="280" r:id="Rd7b0e806e24340c6"/>
    <p:sldId xmlns:r="http://schemas.openxmlformats.org/officeDocument/2006/relationships" id="281" r:id="Rd2821a9dc8344394"/>
    <p:sldId xmlns:r="http://schemas.openxmlformats.org/officeDocument/2006/relationships" id="282" r:id="Reeab1d056d5647a4"/>
    <p:sldId xmlns:r="http://schemas.openxmlformats.org/officeDocument/2006/relationships" id="283" r:id="Raefac53172ad4435"/>
    <p:sldId xmlns:r="http://schemas.openxmlformats.org/officeDocument/2006/relationships" id="284" r:id="Ra8cd188c478043b1"/>
    <p:sldId xmlns:r="http://schemas.openxmlformats.org/officeDocument/2006/relationships" id="285" r:id="R08c91b9581dd40aa"/>
    <p:sldId xmlns:r="http://schemas.openxmlformats.org/officeDocument/2006/relationships" id="286" r:id="R99c66988712046ea"/>
    <p:sldId xmlns:r="http://schemas.openxmlformats.org/officeDocument/2006/relationships" id="287" r:id="R30f7ce433292415c"/>
    <p:sldId xmlns:r="http://schemas.openxmlformats.org/officeDocument/2006/relationships" id="288" r:id="R27d35f9b378346d8"/>
    <p:sldId xmlns:r="http://schemas.openxmlformats.org/officeDocument/2006/relationships" id="289" r:id="R8f68f1ffa58845e5"/>
    <p:sldId xmlns:r="http://schemas.openxmlformats.org/officeDocument/2006/relationships" id="290" r:id="R25e270a057194641"/>
    <p:sldId xmlns:r="http://schemas.openxmlformats.org/officeDocument/2006/relationships" id="291" r:id="R950e9017902848ba"/>
    <p:sldId xmlns:r="http://schemas.openxmlformats.org/officeDocument/2006/relationships" id="292" r:id="Rf97a109382284fff"/>
    <p:sldId xmlns:r="http://schemas.openxmlformats.org/officeDocument/2006/relationships" id="293" r:id="R86434b62e0604244"/>
    <p:sldId xmlns:r="http://schemas.openxmlformats.org/officeDocument/2006/relationships" id="294" r:id="Rf89b14e2ec0440f7"/>
    <p:sldId xmlns:r="http://schemas.openxmlformats.org/officeDocument/2006/relationships" id="295" r:id="R88dd8888f7ee4f72"/>
    <p:sldId xmlns:r="http://schemas.openxmlformats.org/officeDocument/2006/relationships" id="296" r:id="Ra860afae0f4c4503"/>
    <p:sldId xmlns:r="http://schemas.openxmlformats.org/officeDocument/2006/relationships" id="297" r:id="R7733f21fae0c4222"/>
    <p:sldId xmlns:r="http://schemas.openxmlformats.org/officeDocument/2006/relationships" id="298" r:id="Rbfc8bd1e86b643fe"/>
    <p:sldId xmlns:r="http://schemas.openxmlformats.org/officeDocument/2006/relationships" id="299" r:id="Rab9330e77c1c49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773777eb264a5d" /><Relationship Type="http://schemas.openxmlformats.org/officeDocument/2006/relationships/slideMaster" Target="/ppt/slideMasters/slideMaster1.xml" Id="Rd60a1a1480c440d7" /><Relationship Type="http://schemas.openxmlformats.org/officeDocument/2006/relationships/notesMaster" Target="/ppt/notesMasters/notesMaster1.xml" Id="Rba195e4cdbae47fb" /><Relationship Type="http://schemas.openxmlformats.org/officeDocument/2006/relationships/presProps" Target="/ppt/presProps.xml" Id="Rb526e22afe134a62" /><Relationship Type="http://schemas.openxmlformats.org/officeDocument/2006/relationships/tableStyles" Target="/ppt/tableStyles.xml" Id="R9aa87b79e8784616" /><Relationship Type="http://schemas.openxmlformats.org/officeDocument/2006/relationships/slide" Target="/ppt/slides/slide1.xml" Id="R97783f15c7f24078" /><Relationship Type="http://schemas.openxmlformats.org/officeDocument/2006/relationships/slide" Target="/ppt/slides/slide2.xml" Id="R834f9dadede14cfa" /><Relationship Type="http://schemas.openxmlformats.org/officeDocument/2006/relationships/slide" Target="/ppt/slides/slide3.xml" Id="R050bb3f489734a66" /><Relationship Type="http://schemas.openxmlformats.org/officeDocument/2006/relationships/slide" Target="/ppt/slides/slide4.xml" Id="R2a5d53bffc1b4c2f" /><Relationship Type="http://schemas.openxmlformats.org/officeDocument/2006/relationships/slide" Target="/ppt/slides/slide5.xml" Id="R7a8bb6f697134264" /><Relationship Type="http://schemas.openxmlformats.org/officeDocument/2006/relationships/slide" Target="/ppt/slides/slide6.xml" Id="R1205343e81844858" /><Relationship Type="http://schemas.openxmlformats.org/officeDocument/2006/relationships/slide" Target="/ppt/slides/slide7.xml" Id="Reccd8e90cb6143ad" /><Relationship Type="http://schemas.openxmlformats.org/officeDocument/2006/relationships/slide" Target="/ppt/slides/slide8.xml" Id="R2875f4b43d9a455b" /><Relationship Type="http://schemas.openxmlformats.org/officeDocument/2006/relationships/slide" Target="/ppt/slides/slide9.xml" Id="Rd27a154742ce4854" /><Relationship Type="http://schemas.openxmlformats.org/officeDocument/2006/relationships/slide" Target="/ppt/slides/slide10.xml" Id="R690c2e75a0514430" /><Relationship Type="http://schemas.openxmlformats.org/officeDocument/2006/relationships/slide" Target="/ppt/slides/slide11.xml" Id="R962a60b496e1432d" /><Relationship Type="http://schemas.openxmlformats.org/officeDocument/2006/relationships/slide" Target="/ppt/slides/slide12.xml" Id="R673583951201430c" /><Relationship Type="http://schemas.openxmlformats.org/officeDocument/2006/relationships/slide" Target="/ppt/slides/slide13.xml" Id="R9023919f777f47b1" /><Relationship Type="http://schemas.openxmlformats.org/officeDocument/2006/relationships/slide" Target="/ppt/slides/slide14.xml" Id="Rf17bd3ad1f70489f" /><Relationship Type="http://schemas.openxmlformats.org/officeDocument/2006/relationships/slide" Target="/ppt/slides/slide15.xml" Id="Rcc5cdcd82fa3461c" /><Relationship Type="http://schemas.openxmlformats.org/officeDocument/2006/relationships/slide" Target="/ppt/slides/slide16.xml" Id="Rcc56755571294e86" /><Relationship Type="http://schemas.openxmlformats.org/officeDocument/2006/relationships/slide" Target="/ppt/slides/slide17.xml" Id="R09a275e348454db1" /><Relationship Type="http://schemas.openxmlformats.org/officeDocument/2006/relationships/slide" Target="/ppt/slides/slide18.xml" Id="Rb5fd1df4ce054280" /><Relationship Type="http://schemas.openxmlformats.org/officeDocument/2006/relationships/slide" Target="/ppt/slides/slide19.xml" Id="Rb4a93b243cc74bc2" /><Relationship Type="http://schemas.openxmlformats.org/officeDocument/2006/relationships/slide" Target="/ppt/slides/slide20.xml" Id="Ra3ba3c45923a4289" /><Relationship Type="http://schemas.openxmlformats.org/officeDocument/2006/relationships/slide" Target="/ppt/slides/slide21.xml" Id="Red4dd3c4e5024489" /><Relationship Type="http://schemas.openxmlformats.org/officeDocument/2006/relationships/slide" Target="/ppt/slides/slide22.xml" Id="Ra949b57ead3a4187" /><Relationship Type="http://schemas.openxmlformats.org/officeDocument/2006/relationships/slide" Target="/ppt/slides/slide23.xml" Id="R979a94bbc9f640a6" /><Relationship Type="http://schemas.openxmlformats.org/officeDocument/2006/relationships/slide" Target="/ppt/slides/slide24.xml" Id="R8525bf031aa04073" /><Relationship Type="http://schemas.openxmlformats.org/officeDocument/2006/relationships/slide" Target="/ppt/slides/slide25.xml" Id="Rd7b0e806e24340c6" /><Relationship Type="http://schemas.openxmlformats.org/officeDocument/2006/relationships/slide" Target="/ppt/slides/slide26.xml" Id="Rd2821a9dc8344394" /><Relationship Type="http://schemas.openxmlformats.org/officeDocument/2006/relationships/slide" Target="/ppt/slides/slide27.xml" Id="Reeab1d056d5647a4" /><Relationship Type="http://schemas.openxmlformats.org/officeDocument/2006/relationships/slide" Target="/ppt/slides/slide28.xml" Id="Raefac53172ad4435" /><Relationship Type="http://schemas.openxmlformats.org/officeDocument/2006/relationships/slide" Target="/ppt/slides/slide29.xml" Id="Ra8cd188c478043b1" /><Relationship Type="http://schemas.openxmlformats.org/officeDocument/2006/relationships/slide" Target="/ppt/slides/slide30.xml" Id="R08c91b9581dd40aa" /><Relationship Type="http://schemas.openxmlformats.org/officeDocument/2006/relationships/slide" Target="/ppt/slides/slide31.xml" Id="R99c66988712046ea" /><Relationship Type="http://schemas.openxmlformats.org/officeDocument/2006/relationships/slide" Target="/ppt/slides/slide32.xml" Id="R30f7ce433292415c" /><Relationship Type="http://schemas.openxmlformats.org/officeDocument/2006/relationships/slide" Target="/ppt/slides/slide33.xml" Id="R27d35f9b378346d8" /><Relationship Type="http://schemas.openxmlformats.org/officeDocument/2006/relationships/slide" Target="/ppt/slides/slide34.xml" Id="R8f68f1ffa58845e5" /><Relationship Type="http://schemas.openxmlformats.org/officeDocument/2006/relationships/slide" Target="/ppt/slides/slide35.xml" Id="R25e270a057194641" /><Relationship Type="http://schemas.openxmlformats.org/officeDocument/2006/relationships/slide" Target="/ppt/slides/slide36.xml" Id="R950e9017902848ba" /><Relationship Type="http://schemas.openxmlformats.org/officeDocument/2006/relationships/slide" Target="/ppt/slides/slide37.xml" Id="Rf97a109382284fff" /><Relationship Type="http://schemas.openxmlformats.org/officeDocument/2006/relationships/slide" Target="/ppt/slides/slide38.xml" Id="R86434b62e0604244" /><Relationship Type="http://schemas.openxmlformats.org/officeDocument/2006/relationships/slide" Target="/ppt/slides/slide39.xml" Id="Rf89b14e2ec0440f7" /><Relationship Type="http://schemas.openxmlformats.org/officeDocument/2006/relationships/slide" Target="/ppt/slides/slide40.xml" Id="R88dd8888f7ee4f72" /><Relationship Type="http://schemas.openxmlformats.org/officeDocument/2006/relationships/slide" Target="/ppt/slides/slide41.xml" Id="Ra860afae0f4c4503" /><Relationship Type="http://schemas.openxmlformats.org/officeDocument/2006/relationships/slide" Target="/ppt/slides/slide42.xml" Id="R7733f21fae0c4222" /><Relationship Type="http://schemas.openxmlformats.org/officeDocument/2006/relationships/slide" Target="/ppt/slides/slide43.xml" Id="Rbfc8bd1e86b643fe" /><Relationship Type="http://schemas.openxmlformats.org/officeDocument/2006/relationships/slide" Target="/ppt/slides/slide44.xml" Id="Rab9330e77c1c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55a3ff5705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6b834dcea41c1" /><Relationship Type="http://schemas.openxmlformats.org/officeDocument/2006/relationships/notesMaster" Target="/ppt/notesMasters/notesMaster1.xml" Id="Rdffcd65dd0b7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dc977659b94e65" /><Relationship Type="http://schemas.openxmlformats.org/officeDocument/2006/relationships/notesMaster" Target="/ppt/notesMasters/notesMaster1.xml" Id="R60384910aded4d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5bd10450224998" /><Relationship Type="http://schemas.openxmlformats.org/officeDocument/2006/relationships/notesMaster" Target="/ppt/notesMasters/notesMaster1.xml" Id="Rf3eb3aa740e34e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2247b654604c7f" /><Relationship Type="http://schemas.openxmlformats.org/officeDocument/2006/relationships/notesMaster" Target="/ppt/notesMasters/notesMaster1.xml" Id="R382a8940ccba4c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5262dccd9470e" /><Relationship Type="http://schemas.openxmlformats.org/officeDocument/2006/relationships/notesMaster" Target="/ppt/notesMasters/notesMaster1.xml" Id="Rfb4afcad99f842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053e3a214494f" /><Relationship Type="http://schemas.openxmlformats.org/officeDocument/2006/relationships/notesMaster" Target="/ppt/notesMasters/notesMaster1.xml" Id="Rb703b0d2b45a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dc10da6ed4ab2" /><Relationship Type="http://schemas.openxmlformats.org/officeDocument/2006/relationships/notesMaster" Target="/ppt/notesMasters/notesMaster1.xml" Id="Rda8cc33da32a43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ac1afd393c4cd2" /><Relationship Type="http://schemas.openxmlformats.org/officeDocument/2006/relationships/notesMaster" Target="/ppt/notesMasters/notesMaster1.xml" Id="R9e44eeb5d88c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6bde7de2ac4405" /><Relationship Type="http://schemas.openxmlformats.org/officeDocument/2006/relationships/notesMaster" Target="/ppt/notesMasters/notesMaster1.xml" Id="R6b7df67997e54b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dcf2943934b81" /><Relationship Type="http://schemas.openxmlformats.org/officeDocument/2006/relationships/notesMaster" Target="/ppt/notesMasters/notesMaster1.xml" Id="R14ff2f34abf445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ab75a830734f51" /><Relationship Type="http://schemas.openxmlformats.org/officeDocument/2006/relationships/notesMaster" Target="/ppt/notesMasters/notesMaster1.xml" Id="R9e3bb52447ce45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539828f6fb4bd7" /><Relationship Type="http://schemas.openxmlformats.org/officeDocument/2006/relationships/notesMaster" Target="/ppt/notesMasters/notesMaster1.xml" Id="R2c5a5f0f6ead4f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6b6bdd31404b42" /><Relationship Type="http://schemas.openxmlformats.org/officeDocument/2006/relationships/notesMaster" Target="/ppt/notesMasters/notesMaster1.xml" Id="Rd8d64733e05e46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1f3257c5a1427c" /><Relationship Type="http://schemas.openxmlformats.org/officeDocument/2006/relationships/notesMaster" Target="/ppt/notesMasters/notesMaster1.xml" Id="Raf4b324eefda4e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879e40f8f54b34" /><Relationship Type="http://schemas.openxmlformats.org/officeDocument/2006/relationships/notesMaster" Target="/ppt/notesMasters/notesMaster1.xml" Id="R02660c18790246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538b373569428a" /><Relationship Type="http://schemas.openxmlformats.org/officeDocument/2006/relationships/notesMaster" Target="/ppt/notesMasters/notesMaster1.xml" Id="Ra1932c4643aa4c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dc5f08fd614ad0" /><Relationship Type="http://schemas.openxmlformats.org/officeDocument/2006/relationships/notesMaster" Target="/ppt/notesMasters/notesMaster1.xml" Id="Rd2a869263dcf48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0700c9c4f3426c" /><Relationship Type="http://schemas.openxmlformats.org/officeDocument/2006/relationships/notesMaster" Target="/ppt/notesMasters/notesMaster1.xml" Id="Rf2a25a983bb246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f1a89e6d82494f" /><Relationship Type="http://schemas.openxmlformats.org/officeDocument/2006/relationships/notesMaster" Target="/ppt/notesMasters/notesMaster1.xml" Id="R01eaa10b11c441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cb36bcf2f04510" /><Relationship Type="http://schemas.openxmlformats.org/officeDocument/2006/relationships/notesMaster" Target="/ppt/notesMasters/notesMaster1.xml" Id="R7e87eaf5f61d4b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c75361eaf04b8c" /><Relationship Type="http://schemas.openxmlformats.org/officeDocument/2006/relationships/notesMaster" Target="/ppt/notesMasters/notesMaster1.xml" Id="Rc6513eb57e154f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b58cd8ccc540f4" /><Relationship Type="http://schemas.openxmlformats.org/officeDocument/2006/relationships/notesMaster" Target="/ppt/notesMasters/notesMaster1.xml" Id="Rdc27a4f983ed48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c4bbd1d74244bd" /><Relationship Type="http://schemas.openxmlformats.org/officeDocument/2006/relationships/notesMaster" Target="/ppt/notesMasters/notesMaster1.xml" Id="R2d4a994121244c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b3e2d9c3534442" /><Relationship Type="http://schemas.openxmlformats.org/officeDocument/2006/relationships/notesMaster" Target="/ppt/notesMasters/notesMaster1.xml" Id="R30f02edca7bd44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d1cbe7f9ef4c45" /><Relationship Type="http://schemas.openxmlformats.org/officeDocument/2006/relationships/notesMaster" Target="/ppt/notesMasters/notesMaster1.xml" Id="R60a2f12fc0544f0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a750d905354475" /><Relationship Type="http://schemas.openxmlformats.org/officeDocument/2006/relationships/notesMaster" Target="/ppt/notesMasters/notesMaster1.xml" Id="R03b17a5032764d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6de307dedc4445" /><Relationship Type="http://schemas.openxmlformats.org/officeDocument/2006/relationships/notesMaster" Target="/ppt/notesMasters/notesMaster1.xml" Id="R53405a3357c54df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27b1ab5df284c4b" /><Relationship Type="http://schemas.openxmlformats.org/officeDocument/2006/relationships/notesMaster" Target="/ppt/notesMasters/notesMaster1.xml" Id="R23dd0913b47a41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edf8bc2709435a" /><Relationship Type="http://schemas.openxmlformats.org/officeDocument/2006/relationships/notesMaster" Target="/ppt/notesMasters/notesMaster1.xml" Id="Rd790b86b265e4f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24fa2b9c5b442a4" /><Relationship Type="http://schemas.openxmlformats.org/officeDocument/2006/relationships/notesMaster" Target="/ppt/notesMasters/notesMaster1.xml" Id="R4fcced5b070d4eb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120d52a9b6f424e" /><Relationship Type="http://schemas.openxmlformats.org/officeDocument/2006/relationships/notesMaster" Target="/ppt/notesMasters/notesMaster1.xml" Id="R2a64b954d94749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85013ffc0544d28" /><Relationship Type="http://schemas.openxmlformats.org/officeDocument/2006/relationships/notesMaster" Target="/ppt/notesMasters/notesMaster1.xml" Id="Rf80bbe7b56c741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9eef9f70224128" /><Relationship Type="http://schemas.openxmlformats.org/officeDocument/2006/relationships/notesMaster" Target="/ppt/notesMasters/notesMaster1.xml" Id="R5a03462274e349f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dda70f7ccf4345" /><Relationship Type="http://schemas.openxmlformats.org/officeDocument/2006/relationships/notesMaster" Target="/ppt/notesMasters/notesMaster1.xml" Id="R8489851de25a47d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aa7e30b82f04517" /><Relationship Type="http://schemas.openxmlformats.org/officeDocument/2006/relationships/notesMaster" Target="/ppt/notesMasters/notesMaster1.xml" Id="R93c5f1f5faa04a1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d885eae8c604793" /><Relationship Type="http://schemas.openxmlformats.org/officeDocument/2006/relationships/notesMaster" Target="/ppt/notesMasters/notesMaster1.xml" Id="Raaa915836c594ed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fd6f87e7a734d62" /><Relationship Type="http://schemas.openxmlformats.org/officeDocument/2006/relationships/notesMaster" Target="/ppt/notesMasters/notesMaster1.xml" Id="R83a1fcdf96e941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4c9b74236841aa" /><Relationship Type="http://schemas.openxmlformats.org/officeDocument/2006/relationships/notesMaster" Target="/ppt/notesMasters/notesMaster1.xml" Id="R0b9caade3ea14b9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5788f2563e348c9" /><Relationship Type="http://schemas.openxmlformats.org/officeDocument/2006/relationships/notesMaster" Target="/ppt/notesMasters/notesMaster1.xml" Id="R166be271298d4c6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e047b937a64d5b" /><Relationship Type="http://schemas.openxmlformats.org/officeDocument/2006/relationships/notesMaster" Target="/ppt/notesMasters/notesMaster1.xml" Id="Rc837612382f74fb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c9ffcd6e8034542" /><Relationship Type="http://schemas.openxmlformats.org/officeDocument/2006/relationships/notesMaster" Target="/ppt/notesMasters/notesMaster1.xml" Id="R30a63f66568d4c3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2bea48170c64f43" /><Relationship Type="http://schemas.openxmlformats.org/officeDocument/2006/relationships/notesMaster" Target="/ppt/notesMasters/notesMaster1.xml" Id="R23e5a2889862426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ecb8adf573b4c78" /><Relationship Type="http://schemas.openxmlformats.org/officeDocument/2006/relationships/notesMaster" Target="/ppt/notesMasters/notesMaster1.xml" Id="Rdd84da8fb41240e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fb692ab87ea4c45" /><Relationship Type="http://schemas.openxmlformats.org/officeDocument/2006/relationships/notesMaster" Target="/ppt/notesMasters/notesMaster1.xml" Id="R4befbab0d667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時間：13:30–13:30:30，30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講述：歡迎來到 HWDC 2026。今天用同一份 Web 需求，親自觀察 Lovable 與通用 AI 工具的建置、修改與驗收。我會以 Codex 桌面 App 示範，CLI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操作：確認投影與音量，說明今天的工具與共同任務，接著切到講師介紹。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轉場：先用一分鐘介紹我自己，以及我平常在做的事。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時間：13:30:30–13:32，1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講述：我是林建宏，大家也可以叫我 Wolke。我把自己定位成一名啟發者，希望把開發過程中的經驗與問題分享出來，幫助更多人理解並開始行動。我曾任 Google Developer Expert（2019–2023）與 LINE API Expert，也是技術書作者，曾在大學、社群與論壇講授。我的著作涵蓋 Gemini API、ChatGPT 協作程式開發和 LINE 聊天機器人。近期的書是《實用的 Gemini API 開發點子書》。我在 Medium 持續分享 AI 人機協作與提示工程。今天想和大家一起做的，是把需求說清楚，再親手檢查 AI 做出的成果。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操作：介紹照片、專業資格與著作。用約一分鐘講背景，最後 30 秒連到今天的 AI 協作與驗收主題。Medium 網址可點選，完整書名與來源在本頁備註及教材。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檢核：聽眾理解講師的實作與教學背景，以及本堂課為何重視需求、操作和驗收。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轉場：我們先看看今天會做出的議程收藏器，以及你會帶走什麼。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自我介紹頁右側 QR Code 連到 https://medium.com/@wolkesau，介紹時可停留讓學員掃描。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時間：13:32–13:35，3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講述：今天要完成的是找議程、收藏、重新整理後保留，再加上衝堂提示。這張畫面是使用真實議程附件的參考版，UI 只是其中一種可能。兩套工具各做一個初版，各接受一次相同的需求變更，再以完成度、時間與用量寫下自己的選型理由。你可以沿用熟悉的通用 AI 工具，只要需求與資料相同，並記錄條件。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操作：先用 90 秒操作離線參考版：搜尋林建宏，收藏 4996、5030，重新整理確認保留，再切第二版加入 5018 看衝堂。接著 60 秒說明兩段 15 分鐘初版與各 5 分鐘修改。最後 30 秒舉手詢問工具分布，提醒同學可使用自己的通用工具。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檢核：請學員說出畫面尚未證明的功能，例如重新整理保存。確認知道 UI 可以不同、通用工具可以自選，而且要留下作品與觀察紀錄。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可以自由設計。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操作：優先回覆能讓全場受益的問題。個別安裝問題留待課後。時間充裕時可選第 39–43 頁，否則直接跳第 44 頁讓學員訂閱系列；瀏覽器版可點「訂閱 QR」。15:00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轉場：謝謝大家，最後附上兩個系列的訂閱 QR Code，歡迎課後繼續練習。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講述：這組換算假設下，看起來 Codex 的美元估值較低。Lovable 是實際消耗 5.10 credits，再用正常訂閱月費分攤成約 2.50 美元。Codex 的 754,275 tokens 採 Astra Standard 額度率與每 credit 0.04 美元的面額假設，得到約 1.39 美元。兩邊都不是已核實的專案扣款。尤其 Codex 實際速度模式未取得，以加購額度 Fast／Ultrafast 試算會變成約 2.77／8.32 美元，因此不能說所有情況 Codex 都比較便宜。這是舊版 12 筆資料、長提示彩排，完成度及返工觀察一起看。今天落地的場景是網站開發，這也是通用 coding agent 的常見任務，換場景仍需實測。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操作：先比較表中兩種美元口徑，再指明速度模式缺值。若學員想看計算，回到第 27 頁或開啟費用證據。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檢核：學員知道估值大小取決於換算假設，也能區分實際用量、估算與帳單。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轉場：這也是我原本想用 Roblox Studio AI 作比較的原因。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2–3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講述：這段是我的投稿經驗。原本想比較 Roblox Studio AI，因為寫 Luau 程式以外，還有場景物件、資產及編輯器狀態，工具整合可能造成很不一樣的效果與費用。但當時預計採用的流程需要參與者提供自己的 API key 與用量預算，主辦單位去問過贊助，最後沒有取得，才改成 Lovable。這只是在說當時規劃的操作方式，不是所有 Roblox AI 功能的通則。我們今天沒有 Roblox 實測數字，因此把它當成下一個比較課題。各位可以沿用相同需求、相同驗收、限時建置、一次修改與回歸檢查的框架，再記下完成度、時間、用量和人的投入。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操作：用自身經驗說明選題與課堂成本的限制。提出 Roblox 的 Luau、場景／資產及 Playtest 為可測任務，邀請學員課後選一個專用工具重測。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檢核：學員理解本堂 Web 結果的適用邊界，不把尚未測量的 Roblox 案例當成排名或數據。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 Lovable，它的價值還包含網站完成後的發布與整合。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講師提供：原投稿題目與改題經過</a:t>
            </a:r>
          </a:p>
          <a:p xmlns:a="http://schemas.openxmlformats.org/drawingml/2006/main">
            <a:r>
              <a:t>../materials/bonus-content.md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做好作品後，可以直接發布到平台提供的 lovable.app 網址。畫面上的 project-name 只是格式示意，沒有替大家建立新網站。平台提供託管，因此課堂原型可以很快分享。要分清楚編輯中的預覽和正式站，後來改完程式碼還要再次發布，正式站才會更新。付費方案可以連接自己購買的網域。發布後仍要開正式網址，測一次登入、資料與核心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操作：指認範例網域、發布及再次發布。時間充裕可開系列第 17 篇看發布流程；示範僅查看設定，依講師既有專案狀態決定是否發布。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檢核：學員能說出預覽、發布與再次更新的差別，知道自有網域是選項。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轉場：能快速發布，是因為平台已整合許多原本需要自己接起來的工具。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Wolke：發布、網域與正式上線</a:t>
            </a:r>
          </a:p>
          <a:p xmlns:a="http://schemas.openxmlformats.org/drawingml/2006/main">
            <a:r>
              <a:t>https://ithelp.ithome.com.tw/articles/10406635</a:t>
            </a:r>
          </a:p>
          <a:p xmlns:a="http://schemas.openxmlformats.org/drawingml/2006/main">
            <a:r>
              <a:t>Lovable Publishing</a:t>
            </a:r>
          </a:p>
          <a:p xmlns:a="http://schemas.openxmlformats.org/drawingml/2006/main">
            <a:r>
              <a:t>https://docs.lovable.dev/features/publish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講述：依我的系列第一篇，Lovable 的重點是把需求討論、開發、後端資源、檢查與發布串成完整流程。Plan 用來先討論需求與安排工作，Build 再讓 Agent 修改專案。Cloud 提供資料庫、登入、儲存和後端函式。測試與安全工具幫忙檢查，但使用者仍要驗收核心流程。GitHub 同步程式碼，可以接續版本管理。因此平台費用不能只看每次生成用了多少 token，也要觀察自己省下多少設定與整合工時。Cloud、AI 及第三方服務的用量依方案分開核對，不假設都包含或無上限。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操作：用收藏器延伸「加會員登入、上傳檔案、保存雲端資料」的例子，讓學員說明哪部分可能省去整合工作。這些不加入今天的必做需求。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檢核：學員知道生成程式碼以外的平台工作，也理解發布前驗收仍由自己負責。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轉場：需要其他公司的資料與功能時，就會用到 connectors。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已整合許多其他公司的服務，例如 Notion、Google Workspace、Slack 和 Resend。依現在的官方文件，連線有不同用途。App + chat 是共用連線，能供成品執行時或建置對話使用。Chat connector，也就是 MCP，是個人在建置時參考的上下文，不會隨成品部署。App user 則是每位使用者登入自己的第三方帳號授權。不是每個服務都支援全部類型。Connector 降低整合工作，但仍然需要帳號授權、正確權限及費用確認。像 Resend 的郵件寄送，就要連接自己的服務帳號，使用量依第三方方案核對。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操作：以「建置時讀 Notion 需求文件」與「成品 App 寫入 Notion」兩個例子對照。邀請學員判斷需要的連線類型，不在現場授權真實帳號或寄送訊息。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檢核：學員能區分建置上下文與成品功能，並知道共用帳號和每位使用者授權不同。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轉場：這些操作在系列裡都有延伸說明，最後歡迎掃碼訂閱。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Wolke：Paddle 金流、Email、AI 與第三方整合</a:t>
            </a:r>
          </a:p>
          <a:p xmlns:a="http://schemas.openxmlformats.org/drawingml/2006/main">
            <a:r>
              <a:t>https://ithelp.ithome.com.tw/articles/10406629</a:t>
            </a:r>
          </a:p>
          <a:p xmlns:a="http://schemas.openxmlformats.org/drawingml/2006/main">
            <a:r>
              <a:t>Lovable Integrations</a:t>
            </a:r>
          </a:p>
          <a:p xmlns:a="http://schemas.openxmlformats.org/drawingml/2006/main">
            <a:r>
              <a:t>https://docs.lovable.dev/integrations/introduction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時間：結尾，約 1 分鐘；可從第 32 頁直接跳入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講述：左邊是 Roblox Studio AI 協作開發大全，右邊是 Lovable：地球上最強的 AI 生成全端網站 Agentic 開發實戰。掃碼後會開啟各系列頁，登入 iT 邦幫忙後可以點訂閱系列文。歡迎沿用今天的框架，拿你在意的任務去試其他工具，留下自己的觀察。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操作：停留約 45–60 秒讓學員掃碼。若沒有選講時間，Q&amp;A 結束後直接跳這頁。網址亦可點選，另有教材中的 QR 展示頁與 PNG／SVG。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檢核：後排能掃描；學員知道掃碼開啟系列頁後，仍需自行點選訂閱。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轉場：謝謝大家，歡迎課後交流實作心得。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Wolke：Lovable 全端網站 Agentic 開發實戰</a:t>
            </a:r>
          </a:p>
          <a:p xmlns:a="http://schemas.openxmlformats.org/drawingml/2006/main">
            <a:r>
              <a:t>https://ithelp.ithome.com.tw/users/20046160/ironman/9449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d96c17eec47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ac65a05d541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01567536f46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022a0dff84c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3a4596da44b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375e0b179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ecc56555ae4e2c" /><Relationship Type="http://schemas.openxmlformats.org/officeDocument/2006/relationships/slideLayout" Target="/ppt/slideLayouts/slideLayout1.xml" Id="Rca6c23aea8784669" /><Relationship Type="http://schemas.openxmlformats.org/officeDocument/2006/relationships/slideLayout" Target="/ppt/slideLayouts/slideLayout2.xml" Id="R2ec18d3b11454c55" /><Relationship Type="http://schemas.openxmlformats.org/officeDocument/2006/relationships/slideLayout" Target="/ppt/slideLayouts/slideLayout3.xml" Id="R69bff2fd7fe349ba" /><Relationship Type="http://schemas.openxmlformats.org/officeDocument/2006/relationships/slideLayout" Target="/ppt/slideLayouts/slideLayout4.xml" Id="R2640e6a4efbb40f1" /><Relationship Type="http://schemas.openxmlformats.org/officeDocument/2006/relationships/slideLayout" Target="/ppt/slideLayouts/slideLayout5.xml" Id="R2ed23d550a26498c" /><Relationship Type="http://schemas.openxmlformats.org/officeDocument/2006/relationships/slideLayout" Target="/ppt/slideLayouts/slideLayout6.xml" Id="Re0451bae4f0446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6c23aea8784669"/>
    <p:sldLayoutId xmlns:r="http://schemas.openxmlformats.org/officeDocument/2006/relationships" id="2147483650" r:id="R2ec18d3b11454c55"/>
    <p:sldLayoutId xmlns:r="http://schemas.openxmlformats.org/officeDocument/2006/relationships" id="2147483651" r:id="R69bff2fd7fe349ba"/>
    <p:sldLayoutId xmlns:r="http://schemas.openxmlformats.org/officeDocument/2006/relationships" id="2147483652" r:id="R2640e6a4efbb40f1"/>
    <p:sldLayoutId xmlns:r="http://schemas.openxmlformats.org/officeDocument/2006/relationships" id="2147483653" r:id="R2ed23d550a26498c"/>
    <p:sldLayoutId xmlns:r="http://schemas.openxmlformats.org/officeDocument/2006/relationships" id="2147483654" r:id="Re0451bae4f0446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8a62825344909" /><Relationship Type="http://schemas.openxmlformats.org/officeDocument/2006/relationships/notesSlide" Target="/ppt/notesSlides/notesSlide1.xml" Id="R3df673d5b63a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b2d34b44c426a" /><Relationship Type="http://schemas.openxmlformats.org/officeDocument/2006/relationships/notesSlide" Target="/ppt/notesSlides/notesSlide2.xml" Id="R84d19f1c472e43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89119e9514c93" /><Relationship Type="http://schemas.openxmlformats.org/officeDocument/2006/relationships/image" Target="/ppt/media/image.png" Id="R920a1c3fa9d04dcd" /><Relationship Type="http://schemas.openxmlformats.org/officeDocument/2006/relationships/hyperlink" Target="https://forms.gle/pt3nLWy622sYTfsG6" TargetMode="External" Id="Ra30e647851204e2d" /><Relationship Type="http://schemas.openxmlformats.org/officeDocument/2006/relationships/notesSlide" Target="/ppt/notesSlides/notesSlide3.xml" Id="Ra54631522dcf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6153670354117" /><Relationship Type="http://schemas.openxmlformats.org/officeDocument/2006/relationships/notesSlide" Target="/ppt/notesSlides/notesSlide4.xml" Id="R8c4f311041f348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c6fcb893e42ff" /><Relationship Type="http://schemas.openxmlformats.org/officeDocument/2006/relationships/image" Target="/ppt/media/image2.png" Id="R7f5422f8da1d4f5c" /><Relationship Type="http://schemas.openxmlformats.org/officeDocument/2006/relationships/hyperlink" Target="https://medium.com/@wolkesau" TargetMode="External" Id="R7929bb9179dc4362" /><Relationship Type="http://schemas.openxmlformats.org/officeDocument/2006/relationships/image" Target="/ppt/media/image3.png" Id="Rd513cdb2a4d7494f" /><Relationship Type="http://schemas.openxmlformats.org/officeDocument/2006/relationships/hyperlink" Target="https://medium.com/@wolkesau" TargetMode="External" Id="R8c342c6ca0eb48b0" /><Relationship Type="http://schemas.openxmlformats.org/officeDocument/2006/relationships/notesSlide" Target="/ppt/notesSlides/notesSlide5.xml" Id="R224a0eb3b60f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d4595d62044dd0" /><Relationship Type="http://schemas.openxmlformats.org/officeDocument/2006/relationships/image" Target="/ppt/media/image4.png" Id="R78f44ae33e104bd7" /><Relationship Type="http://schemas.openxmlformats.org/officeDocument/2006/relationships/notesSlide" Target="/ppt/notesSlides/notesSlide6.xml" Id="R71a148a1fbe54d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fe653d95646af" /><Relationship Type="http://schemas.openxmlformats.org/officeDocument/2006/relationships/notesSlide" Target="/ppt/notesSlides/notesSlide7.xml" Id="R2637f53e7020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cf8a79d464d4a" /><Relationship Type="http://schemas.openxmlformats.org/officeDocument/2006/relationships/notesSlide" Target="/ppt/notesSlides/notesSlide8.xml" Id="Rc7797210551447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b3d15a4f04989" /><Relationship Type="http://schemas.openxmlformats.org/officeDocument/2006/relationships/notesSlide" Target="/ppt/notesSlides/notesSlide9.xml" Id="R19eaee4392fc45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a99ba957c4a94" /><Relationship Type="http://schemas.openxmlformats.org/officeDocument/2006/relationships/notesSlide" Target="/ppt/notesSlides/notesSlide10.xml" Id="Re0fbc3d52ee846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a4a1a5bfa4563" /><Relationship Type="http://schemas.openxmlformats.org/officeDocument/2006/relationships/notesSlide" Target="/ppt/notesSlides/notesSlide11.xml" Id="R57c731ba5a5942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87cbebee346f5" /><Relationship Type="http://schemas.openxmlformats.org/officeDocument/2006/relationships/hyperlink" Target="https://hwdc.ithome.com.tw/2026/agenda" TargetMode="External" Id="R8b90f908c9064242" /><Relationship Type="http://schemas.openxmlformats.org/officeDocument/2006/relationships/hyperlink" Target="https://github.com/Wolke/hwdc-2026-ai-cli-vs-lovable/blob/main/HWDC-workshop/materials/hwdc-agenda-2026.json" TargetMode="External" Id="R7e004b3910a84a2e" /><Relationship Type="http://schemas.openxmlformats.org/officeDocument/2006/relationships/hyperlink" Target="https://github.com/Wolke/hwdc-2026-ai-cli-vs-lovable/blob/main/HWDC-workshop/materials/hwdc-agenda-2026.json" TargetMode="External" Id="Rf60b094dfe5645a1" /><Relationship Type="http://schemas.openxmlformats.org/officeDocument/2006/relationships/notesSlide" Target="/ppt/notesSlides/notesSlide12.xml" Id="Ra767250f4aed47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892a741ae4cd2" /><Relationship Type="http://schemas.openxmlformats.org/officeDocument/2006/relationships/notesSlide" Target="/ppt/notesSlides/notesSlide13.xml" Id="R8d5afd7c476149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45bd88cae46b3" /><Relationship Type="http://schemas.openxmlformats.org/officeDocument/2006/relationships/image" Target="/ppt/media/image5.png" Id="R7e9f91ebe6a24312" /><Relationship Type="http://schemas.openxmlformats.org/officeDocument/2006/relationships/notesSlide" Target="/ppt/notesSlides/notesSlide14.xml" Id="R7f29272f7a774a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7e41e4cea40fa" /><Relationship Type="http://schemas.openxmlformats.org/officeDocument/2006/relationships/notesSlide" Target="/ppt/notesSlides/notesSlide15.xml" Id="R4a6ee10621b542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d0f3f608a452f" /><Relationship Type="http://schemas.openxmlformats.org/officeDocument/2006/relationships/notesSlide" Target="/ppt/notesSlides/notesSlide16.xml" Id="R26419af8a86147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2a5d42e4a4a5f" /><Relationship Type="http://schemas.openxmlformats.org/officeDocument/2006/relationships/notesSlide" Target="/ppt/notesSlides/notesSlide17.xml" Id="Ra73d44ded05f4c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2d6688bfd4cd5" /><Relationship Type="http://schemas.openxmlformats.org/officeDocument/2006/relationships/notesSlide" Target="/ppt/notesSlides/notesSlide18.xml" Id="Rbd0df2e38df149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d32b8d9384e2d" /><Relationship Type="http://schemas.openxmlformats.org/officeDocument/2006/relationships/image" Target="/ppt/media/image6.png" Id="R0c65b304e9954e80" /><Relationship Type="http://schemas.openxmlformats.org/officeDocument/2006/relationships/notesSlide" Target="/ppt/notesSlides/notesSlide19.xml" Id="R38af4b5b8f39452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dc08ed2164907" /><Relationship Type="http://schemas.openxmlformats.org/officeDocument/2006/relationships/image" Target="/ppt/media/image7.png" Id="R0260019cbfb24313" /><Relationship Type="http://schemas.openxmlformats.org/officeDocument/2006/relationships/notesSlide" Target="/ppt/notesSlides/notesSlide20.xml" Id="Re966547fb2df4b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9e9d9457142ca" /><Relationship Type="http://schemas.openxmlformats.org/officeDocument/2006/relationships/notesSlide" Target="/ppt/notesSlides/notesSlide21.xml" Id="R6a63b2ef0c9743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c7eb2ee194d9c" /><Relationship Type="http://schemas.openxmlformats.org/officeDocument/2006/relationships/notesSlide" Target="/ppt/notesSlides/notesSlide22.xml" Id="R3620c4fb65f34b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d34b3657c4d13" /><Relationship Type="http://schemas.openxmlformats.org/officeDocument/2006/relationships/notesSlide" Target="/ppt/notesSlides/notesSlide23.xml" Id="R0100e47611ab4e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762540f9942a2" /><Relationship Type="http://schemas.openxmlformats.org/officeDocument/2006/relationships/image" Target="/ppt/media/image8.png" Id="R2151287426b942c3" /><Relationship Type="http://schemas.openxmlformats.org/officeDocument/2006/relationships/notesSlide" Target="/ppt/notesSlides/notesSlide24.xml" Id="Rc75fc131a797467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f5e2912d0496b" /><Relationship Type="http://schemas.openxmlformats.org/officeDocument/2006/relationships/notesSlide" Target="/ppt/notesSlides/notesSlide25.xml" Id="Rc855a557a11d43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cad2368254957" /><Relationship Type="http://schemas.openxmlformats.org/officeDocument/2006/relationships/notesSlide" Target="/ppt/notesSlides/notesSlide26.xml" Id="R246b4901d67e41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38494d70d479a" /><Relationship Type="http://schemas.openxmlformats.org/officeDocument/2006/relationships/hyperlink" Target="https://docs.lovable.dev/introduction/subscription-plans" TargetMode="External" Id="Rb7969b6e8f4a4650" /><Relationship Type="http://schemas.openxmlformats.org/officeDocument/2006/relationships/hyperlink" Target="https://learn.chatgpt.com/docs/pricing" TargetMode="External" Id="R06286210ca844192" /><Relationship Type="http://schemas.openxmlformats.org/officeDocument/2006/relationships/notesSlide" Target="/ppt/notesSlides/notesSlide27.xml" Id="Rab0b485ee6264e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9124a7038428e" /><Relationship Type="http://schemas.openxmlformats.org/officeDocument/2006/relationships/image" Target="/ppt/media/image9.png" Id="R5fa8d0325aa54292" /><Relationship Type="http://schemas.openxmlformats.org/officeDocument/2006/relationships/notesSlide" Target="/ppt/notesSlides/notesSlide28.xml" Id="R8e84eeecdbad4c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3cf7a6124441a" /><Relationship Type="http://schemas.openxmlformats.org/officeDocument/2006/relationships/notesSlide" Target="/ppt/notesSlides/notesSlide29.xml" Id="R60dc5dcf2deb42c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1d41be5bb48e2" /><Relationship Type="http://schemas.openxmlformats.org/officeDocument/2006/relationships/notesSlide" Target="/ppt/notesSlides/notesSlide30.xml" Id="R387236b2dab245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6a9032606406f" /><Relationship Type="http://schemas.openxmlformats.org/officeDocument/2006/relationships/notesSlide" Target="/ppt/notesSlides/notesSlide31.xml" Id="R7f21cccccf5f4d4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f6dd1b91e4622" /><Relationship Type="http://schemas.openxmlformats.org/officeDocument/2006/relationships/notesSlide" Target="/ppt/notesSlides/notesSlide32.xml" Id="R8ea5928c24f74f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cf5fca13b45be" /><Relationship Type="http://schemas.openxmlformats.org/officeDocument/2006/relationships/notesSlide" Target="/ppt/notesSlides/notesSlide33.xml" Id="Rf1a9dc0aacae4b8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522eeda234c8c" /><Relationship Type="http://schemas.openxmlformats.org/officeDocument/2006/relationships/notesSlide" Target="/ppt/notesSlides/notesSlide34.xml" Id="R29453edd8494424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0a515cf0e4186" /><Relationship Type="http://schemas.openxmlformats.org/officeDocument/2006/relationships/image" Target="/ppt/media/image10.png" Id="R82319ca9e3b7499a" /><Relationship Type="http://schemas.openxmlformats.org/officeDocument/2006/relationships/hyperlink" Target="https://forms.gle/pt3nLWy622sYTfsG6" TargetMode="External" Id="Rc407eccaef054fb0" /><Relationship Type="http://schemas.openxmlformats.org/officeDocument/2006/relationships/hyperlink" Target="https://forms.gle/pt3nLWy622sYTfsG6" TargetMode="External" Id="Rdc9a722b181149bc" /><Relationship Type="http://schemas.openxmlformats.org/officeDocument/2006/relationships/notesSlide" Target="/ppt/notesSlides/notesSlide35.xml" Id="Raa3103b85c814a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9334326c946b4" /><Relationship Type="http://schemas.openxmlformats.org/officeDocument/2006/relationships/hyperlink" Target="https://www.rfc-editor.org/rfc/rfc5545" TargetMode="External" Id="R0b880b10dd9842f0" /><Relationship Type="http://schemas.openxmlformats.org/officeDocument/2006/relationships/notesSlide" Target="/ppt/notesSlides/notesSlide36.xml" Id="R5ac24d16b119411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f3cfbb0fe490b" /><Relationship Type="http://schemas.openxmlformats.org/officeDocument/2006/relationships/notesSlide" Target="/ppt/notesSlides/notesSlide37.xml" Id="R315a633613314f5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3f1c696884190" /><Relationship Type="http://schemas.openxmlformats.org/officeDocument/2006/relationships/hyperlink" Target="https://hwdc.ithome.com.tw/2026/agenda" TargetMode="External" Id="R260d8d97d5004bf7" /><Relationship Type="http://schemas.openxmlformats.org/officeDocument/2006/relationships/hyperlink" Target="https://docs.lovable.dev/introduction/faq" TargetMode="External" Id="R30ab7ac58b7140ff" /><Relationship Type="http://schemas.openxmlformats.org/officeDocument/2006/relationships/hyperlink" Target="https://docs.lovable.dev/introduction/credits-and-usage" TargetMode="External" Id="Rb346dcf761e04765" /><Relationship Type="http://schemas.openxmlformats.org/officeDocument/2006/relationships/hyperlink" Target="https://learn.chatgpt.com/docs/quickstart" TargetMode="External" Id="R24174953bd284cc9" /><Relationship Type="http://schemas.openxmlformats.org/officeDocument/2006/relationships/hyperlink" Target="https://learn.chatgpt.com/docs/auth" TargetMode="External" Id="R45c7b93a3336472a" /><Relationship Type="http://schemas.openxmlformats.org/officeDocument/2006/relationships/hyperlink" Target="https://www.rfc-editor.org/rfc/rfc5545" TargetMode="External" Id="R87b2b38a79a24889" /><Relationship Type="http://schemas.openxmlformats.org/officeDocument/2006/relationships/notesSlide" Target="/ppt/notesSlides/notesSlide38.xml" Id="R12e1595f8a3c4a2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9c28bb3c047b8" /><Relationship Type="http://schemas.openxmlformats.org/officeDocument/2006/relationships/notesSlide" Target="/ppt/notesSlides/notesSlide39.xml" Id="Re70bfb25aaee49b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f50cd29a44c61" /><Relationship Type="http://schemas.openxmlformats.org/officeDocument/2006/relationships/notesSlide" Target="/ppt/notesSlides/notesSlide40.xml" Id="R130f27109225460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de1eccd414f6f" /><Relationship Type="http://schemas.openxmlformats.org/officeDocument/2006/relationships/hyperlink" Target="https://ithelp.ithome.com.tw/articles/10406635" TargetMode="External" Id="R232d768595d04823" /><Relationship Type="http://schemas.openxmlformats.org/officeDocument/2006/relationships/notesSlide" Target="/ppt/notesSlides/notesSlide41.xml" Id="R4176268fd8a54e9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bc620123a417e" /><Relationship Type="http://schemas.openxmlformats.org/officeDocument/2006/relationships/hyperlink" Target="https://ithelp.ithome.com.tw/articles/10406618" TargetMode="External" Id="R18d2eb55ceee459c" /><Relationship Type="http://schemas.openxmlformats.org/officeDocument/2006/relationships/notesSlide" Target="/ppt/notesSlides/notesSlide42.xml" Id="R24f3768da680406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6bddc12114a4c" /><Relationship Type="http://schemas.openxmlformats.org/officeDocument/2006/relationships/hyperlink" Target="https://ithelp.ithome.com.tw/articles/10406629" TargetMode="External" Id="Rf6d99e31b3514fc0" /><Relationship Type="http://schemas.openxmlformats.org/officeDocument/2006/relationships/notesSlide" Target="/ppt/notesSlides/notesSlide43.xml" Id="R9df61fc77b274c0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c8263e728413a" /><Relationship Type="http://schemas.openxmlformats.org/officeDocument/2006/relationships/image" Target="/ppt/media/image11.png" Id="R534e6187d94644ff" /><Relationship Type="http://schemas.openxmlformats.org/officeDocument/2006/relationships/hyperlink" Target="https://ithelp.ithome.com.tw/users/20046160/ironman/9450" TargetMode="External" Id="R71e7865e29344c4f" /><Relationship Type="http://schemas.openxmlformats.org/officeDocument/2006/relationships/hyperlink" Target="https://ithelp.ithome.com.tw/users/20046160/ironman/9450" TargetMode="External" Id="Re228218c0b1c47d2" /><Relationship Type="http://schemas.openxmlformats.org/officeDocument/2006/relationships/image" Target="/ppt/media/image12.png" Id="Rfe17f7ef44c348b9" /><Relationship Type="http://schemas.openxmlformats.org/officeDocument/2006/relationships/hyperlink" Target="https://ithelp.ithome.com.tw/users/20046160/ironman/9449" TargetMode="External" Id="R34b2297209bc426f" /><Relationship Type="http://schemas.openxmlformats.org/officeDocument/2006/relationships/hyperlink" Target="https://ithelp.ithome.com.tw/users/20046160/ironman/9449" TargetMode="External" Id="Rff99abf5d57249ae" /><Relationship Type="http://schemas.openxmlformats.org/officeDocument/2006/relationships/notesSlide" Target="/ppt/notesSlides/notesSlide44.xml" Id="Ra631e5e0229743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0F490-AC50-4851-9C78-830797CD88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a1c3fa9d04dcd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30e647851204e2d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關於我：林建宏 Wolke Lin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10" name="v8-2">
            <a:extLst xmlns:a="http://schemas.openxmlformats.org/drawingml/2006/main">
              <a:ext uri="{FF2B5EF4-FFF2-40B4-BE49-F238E27FC236}">
                <a16:creationId xmlns:a16="http://schemas.microsoft.com/office/drawing/2014/main" id="{1D850AAF-7079-400E-BE56-9C5F24A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分享 AI 協作與程式開發經驗，讓更多人動手做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89446-E8EF-4C13-8BB2-C9500C8097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422f8da1d4f5c"/>
          <a:stretch xmlns:a="http://schemas.openxmlformats.org/drawingml/2006/main"/>
        </p:blipFill>
        <p:spPr>
          <a:xfrm xmlns:a="http://schemas.openxmlformats.org/drawingml/2006/main">
            <a:off x="685800" y="19240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v8-3">
            <a:extLst xmlns:a="http://schemas.openxmlformats.org/drawingml/2006/main">
              <a:ext uri="{FF2B5EF4-FFF2-40B4-BE49-F238E27FC236}">
                <a16:creationId xmlns:a16="http://schemas.microsoft.com/office/drawing/2014/main" id="{235B836A-608E-4FE8-BEE0-04E4092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啟發者</a:t>
            </a:r>
          </a:p>
        </p:txBody>
      </p:sp>
      <p:sp>
        <p:nvSpPr>
          <p:cNvPr id="15" name="v8-6">
            <a:extLst xmlns:a="http://schemas.openxmlformats.org/drawingml/2006/main">
              <a:ext uri="{FF2B5EF4-FFF2-40B4-BE49-F238E27FC236}">
                <a16:creationId xmlns:a16="http://schemas.microsoft.com/office/drawing/2014/main" id="{553B63C0-FD50-4004-950E-FB66A66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技術書作者</a:t>
            </a:r>
          </a:p>
        </p:txBody>
      </p:sp>
      <p:sp>
        <p:nvSpPr>
          <p:cNvPr id="16" name="v8-7">
            <a:extLst xmlns:a="http://schemas.openxmlformats.org/drawingml/2006/main">
              <a:ext uri="{FF2B5EF4-FFF2-40B4-BE49-F238E27FC236}">
                <a16:creationId xmlns:a16="http://schemas.microsoft.com/office/drawing/2014/main" id="{BFC8F4A5-3952-407E-A449-CD7326F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大學講師、社群與論壇講者</a:t>
            </a:r>
          </a:p>
        </p:txBody>
      </p:sp>
      <p:sp>
        <p:nvSpPr>
          <p:cNvPr id="17" name="v8-8">
            <a:extLst xmlns:a="http://schemas.openxmlformats.org/drawingml/2006/main">
              <a:ext uri="{FF2B5EF4-FFF2-40B4-BE49-F238E27FC236}">
                <a16:creationId xmlns:a16="http://schemas.microsoft.com/office/drawing/2014/main" id="{90B44808-D22D-4F59-B45F-806347E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代表著作</a:t>
            </a:r>
          </a:p>
        </p:txBody>
      </p:sp>
      <p:sp>
        <p:nvSpPr>
          <p:cNvPr id="18" name="v8-9">
            <a:extLst xmlns:a="http://schemas.openxmlformats.org/drawingml/2006/main">
              <a:ext uri="{FF2B5EF4-FFF2-40B4-BE49-F238E27FC236}">
                <a16:creationId xmlns:a16="http://schemas.microsoft.com/office/drawing/2014/main" id="{995CDD64-02C8-4AA2-82B9-B407884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《實用的 Gemini API 開發點子書》</a:t>
            </a:r>
          </a:p>
        </p:txBody>
      </p:sp>
      <p:sp>
        <p:nvSpPr>
          <p:cNvPr id="19" name="v8-10">
            <a:extLst xmlns:a="http://schemas.openxmlformats.org/drawingml/2006/main">
              <a:ext uri="{FF2B5EF4-FFF2-40B4-BE49-F238E27FC236}">
                <a16:creationId xmlns:a16="http://schemas.microsoft.com/office/drawing/2014/main" id="{B5B77907-C562-4E9B-98EC-C0FE85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另著 ChatGPT 程式開發、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LINE 聊天機器人書籍</a:t>
            </a:r>
          </a:p>
        </p:txBody>
      </p:sp>
      <p:sp>
        <p:nvSpPr>
          <p:cNvPr id="20" name="v8-11">
            <a:extLst xmlns:a="http://schemas.openxmlformats.org/drawingml/2006/main">
              <a:ext uri="{FF2B5EF4-FFF2-40B4-BE49-F238E27FC236}">
                <a16:creationId xmlns:a16="http://schemas.microsoft.com/office/drawing/2014/main" id="{EA1A48C2-6C8C-4208-BAFD-294FFE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929bb9179dc4362"/>
              </a:rPr>
              <a:t>medium.com/@wolkesau</a:t>
            </a:r>
          </a:p>
        </p:txBody>
      </p:sp>
      <p:sp>
        <p:nvSpPr>
          <p:cNvPr id="21" name="v9-11">
            <a:extLst xmlns:a="http://schemas.openxmlformats.org/drawingml/2006/main">
              <a:ext uri="{FF2B5EF4-FFF2-40B4-BE49-F238E27FC236}">
                <a16:creationId xmlns:a16="http://schemas.microsoft.com/office/drawing/2014/main" id="{D5737FD3-8E12-4B22-AA81-8A92CCC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Google Developer Expert（2019–2023）</a:t>
            </a:r>
          </a:p>
        </p:txBody>
      </p:sp>
      <p:sp>
        <p:nvSpPr>
          <p:cNvPr id="22" name="v9-11">
            <a:extLst xmlns:a="http://schemas.openxmlformats.org/drawingml/2006/main">
              <a:ext uri="{FF2B5EF4-FFF2-40B4-BE49-F238E27FC236}">
                <a16:creationId xmlns:a16="http://schemas.microsoft.com/office/drawing/2014/main" id="{729AD472-B98D-4538-9929-5F0789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LINE API Expert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9A1C5-1D44-45F3-8810-2D6E4ACDF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3cdb2a4d7494f"/>
          <a:stretch xmlns:a="http://schemas.openxmlformats.org/drawingml/2006/main"/>
        </p:blipFill>
        <p:spPr>
          <a:xfrm xmlns:a="http://schemas.openxmlformats.org/drawingml/2006/main">
            <a:off x="9372600" y="3829050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24" name="medium-qr-label">
            <a:extLst xmlns:a="http://schemas.openxmlformats.org/drawingml/2006/main">
              <a:ext uri="{FF2B5EF4-FFF2-40B4-BE49-F238E27FC236}">
                <a16:creationId xmlns:a16="http://schemas.microsoft.com/office/drawing/2014/main" id="{92F87D41-B3B1-4F6D-A0C0-B57D04E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57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c342c6ca0eb48b0"/>
              </a:rPr>
              <a:t>掃碼看 Medium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今天的成品與學習目標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12" name="v8-2">
            <a:extLst xmlns:a="http://schemas.openxmlformats.org/drawingml/2006/main">
              <a:ext uri="{FF2B5EF4-FFF2-40B4-BE49-F238E27FC236}">
                <a16:creationId xmlns:a16="http://schemas.microsoft.com/office/drawing/2014/main" id="{CB695D70-CCDB-457F-B951-730F0C7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研討會議程收藏器：同一份真實資料，UX 一致、UI 自由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90488-DE5D-49C4-97C1-A19E9E688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44ae33e104bd7"/>
          <a:stretch xmlns:a="http://schemas.openxmlformats.org/drawingml/2006/main"/>
        </p:blipFill>
        <p:spPr>
          <a:xfrm xmlns:a="http://schemas.openxmlformats.org/drawingml/2006/main">
            <a:off x="798724" y="1962150"/>
            <a:ext cx="5927302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v8-3">
            <a:extLst xmlns:a="http://schemas.openxmlformats.org/drawingml/2006/main">
              <a:ext uri="{FF2B5EF4-FFF2-40B4-BE49-F238E27FC236}">
                <a16:creationId xmlns:a16="http://schemas.microsoft.com/office/drawing/2014/main" id="{0138A72F-470A-42CD-BDFC-7B2B73D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15" name="v8-4">
            <a:extLst xmlns:a="http://schemas.openxmlformats.org/drawingml/2006/main">
              <a:ext uri="{FF2B5EF4-FFF2-40B4-BE49-F238E27FC236}">
                <a16:creationId xmlns:a16="http://schemas.microsoft.com/office/drawing/2014/main" id="{B92EF46E-8EE7-410A-A4F8-BF8ECE3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各用一套工具完成搜尋與收藏</a:t>
            </a:r>
          </a:p>
        </p:txBody>
      </p:sp>
      <p:sp>
        <p:nvSpPr>
          <p:cNvPr id="16" name="v8-5">
            <a:extLst xmlns:a="http://schemas.openxmlformats.org/drawingml/2006/main">
              <a:ext uri="{FF2B5EF4-FFF2-40B4-BE49-F238E27FC236}">
                <a16:creationId xmlns:a16="http://schemas.microsoft.com/office/drawing/2014/main" id="{561A15E0-CEF0-4DFC-A5D4-C65BC5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17" name="v8-6">
            <a:extLst xmlns:a="http://schemas.openxmlformats.org/drawingml/2006/main">
              <a:ext uri="{FF2B5EF4-FFF2-40B4-BE49-F238E27FC236}">
                <a16:creationId xmlns:a16="http://schemas.microsoft.com/office/drawing/2014/main" id="{9D20DCDE-67F4-4105-B97C-88AA20E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加入衝堂提示，再做回歸檢查</a:t>
            </a:r>
          </a:p>
        </p:txBody>
      </p:sp>
      <p:sp>
        <p:nvSpPr>
          <p:cNvPr id="18" name="v8-7">
            <a:extLst xmlns:a="http://schemas.openxmlformats.org/drawingml/2006/main">
              <a:ext uri="{FF2B5EF4-FFF2-40B4-BE49-F238E27FC236}">
                <a16:creationId xmlns:a16="http://schemas.microsoft.com/office/drawing/2014/main" id="{F2B7392F-A0CB-4829-A2C3-5D64719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19" name="v8-8">
            <a:extLst xmlns:a="http://schemas.openxmlformats.org/drawingml/2006/main">
              <a:ext uri="{FF2B5EF4-FFF2-40B4-BE49-F238E27FC236}">
                <a16:creationId xmlns:a16="http://schemas.microsoft.com/office/drawing/2014/main" id="{9F86297C-57A1-4A0E-BCCC-1EE8CA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依完成度、時間與用量比較</a:t>
            </a:r>
          </a:p>
        </p:txBody>
      </p:sp>
      <p:sp>
        <p:nvSpPr>
          <p:cNvPr id="20" name="v8-9">
            <a:extLst xmlns:a="http://schemas.openxmlformats.org/drawingml/2006/main">
              <a:ext uri="{FF2B5EF4-FFF2-40B4-BE49-F238E27FC236}">
                <a16:creationId xmlns:a16="http://schemas.microsoft.com/office/drawing/2014/main" id="{92133129-4A5F-4F04-91E0-FBBF574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 UI；收藏需在重新整理後保留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60B2C-0C48-4617-B93B-8538827D1FEA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驗收標準，UI 自由發揮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4A5F4-8592-456D-80E7-BFAC63094865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b90f908c9064242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e004b3910a84a2e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60b094dfe5645a1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4FD54-CAC9-4D58-B8F9-F9D2386BC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f91ebe6a243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6C4E3-6DD7-4114-A9D4-542D94B6D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5b304e9954e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629CD-2C08-4C9E-8B2A-1F8A5E72D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0019cbfb243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F576C-C145-47A8-9855-257EE8556B6F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397F9-AB34-4F1F-9907-34A4D7175E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1287426b942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1D145-6EBA-4733-B1C3-CAB56AA02EA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C4724-3FA5-48A7-BD49-E8ED34044074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7969b6e8f4a4650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6286210ca844192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41494-3866-4018-B2FB-86F8E1D24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8d0325aa542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BF339-6B15-4D78-A5EE-0D76BA0FADB1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3D5E6986-7EE9-4552-9D4D-CA0C155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有時間可選講：39–43 頁　／　系列訂閱 QR Code：44 頁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08E41-182A-484E-9D87-0DB6F545D17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CCD20-0472-441F-8CB6-4671345A9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19ca9e3b7499a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407eccaef054fb0"/>
              </a:rPr>
              <a:t>https://forms.gle/</a:t>
            </a:r>
          </a:p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c9a722b181149bc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b880b10dd9842f0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17271-2908-40EE-BBBA-265400E90D89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60d8d97d5004bf7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0ab7ac58b7140ff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346dcf761e04765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4174953bd284cc9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5c7b93a3336472a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7b2b38a79a24889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9-0">
            <a:extLst xmlns:a="http://schemas.openxmlformats.org/drawingml/2006/main">
              <a:ext uri="{FF2B5EF4-FFF2-40B4-BE49-F238E27FC236}">
                <a16:creationId xmlns:a16="http://schemas.microsoft.com/office/drawing/2014/main" id="{82344A83-8B82-4BBA-A5B5-1B7A355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費用估算與比較範圍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7D0C444-91E0-47F0-AA33-0F6F26B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選講補充：這組換算假設下，Codex 的美元估值較低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0E76EFBC-6F47-4997-85F6-233503A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2E63F-C3A8-4BAF-B3D5-F4CC1B63BF14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43350"/>
                <a:gridCol w="43624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記錄到的用量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美元換算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正常訂閱分攤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Standard 額度面額估算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3C83CBB3-2B90-4651-BEA0-B90012B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速度模式未知，Fast／Ultrafast 試算約 US$2.77／8.32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367E5EA-088A-4FBB-9168-7B1388F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同時看完成度、返工與人的投入；換場景後需重新比較。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0AB39FD7-C5A8-44CB-89A2-C3DA817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舊版 12 筆資料彩排。美元為換算值，專案實扣未取得；詳見第 27 頁。</a:t>
            </a:r>
          </a:p>
        </p:txBody>
      </p:sp>
    </p:spTree>
    <p:extLst>
      <p:ext uri="{BB962C8B-B14F-4D97-AF65-F5344CB8AC3E}">
        <p14:creationId xmlns:p14="http://schemas.microsoft.com/office/powerpoint/2010/main" val="379783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9-0">
            <a:extLst xmlns:a="http://schemas.openxmlformats.org/drawingml/2006/main">
              <a:ext uri="{FF2B5EF4-FFF2-40B4-BE49-F238E27FC236}">
                <a16:creationId xmlns:a16="http://schemas.microsoft.com/office/drawing/2014/main" id="{CCD598C5-4C39-4E09-A4D3-1E57760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原投稿題目：Roblox Studio AI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CB78165-0349-480B-BB0C-7D331F0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網站開發是通用 coding agent 的常見任務，換場景仍要重測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5DA7D94A-55D8-4894-AF10-57E1BE9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40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EA56A53C-9D13-4DAA-9ED8-05DCE24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原先規劃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573B58D5-5107-4170-B904-1DD91C2F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97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Roblox Studio AI 與通用 AI 的開發比較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B63A9B9-7FC0-4B55-8276-ABAF5D0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當時採用的流程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0E25901F-5880-4BAD-8440-55C57EB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需自備 API key 與用量預算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C5CBDC7-B6E5-4E5B-AFE9-863EE51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改題的經過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F21A6FFE-BADF-4FC5-AAAC-79AFAEF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主辦單位洽詢後未取得贊助，最後改用 Lovable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8EA7B70A-F068-49B3-B0C7-21D18CBF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可測任務：Luau 腳本、場景與資產操作、Playtest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B5E13779-EBFB-4AF2-A255-EC2973B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講師投稿經驗；本堂未測 Roblox。沿用相同需求、驗收與費用紀錄。</a:t>
            </a:r>
          </a:p>
        </p:txBody>
      </p:sp>
    </p:spTree>
    <p:extLst>
      <p:ext uri="{BB962C8B-B14F-4D97-AF65-F5344CB8AC3E}">
        <p14:creationId xmlns:p14="http://schemas.microsoft.com/office/powerpoint/2010/main" val="20927184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9-0">
            <a:extLst xmlns:a="http://schemas.openxmlformats.org/drawingml/2006/main">
              <a:ext uri="{FF2B5EF4-FFF2-40B4-BE49-F238E27FC236}">
                <a16:creationId xmlns:a16="http://schemas.microsoft.com/office/drawing/2014/main" id="{8ADD2218-479F-47F0-BFE3-BD65E44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的發布與網域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2A3D4158-C57F-48BF-BF2F-30B07D9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平台提供網站託管，可以直接把作品分享出去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1C502C62-C6AF-4EB9-B27E-8A76175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41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41464CF8-6E37-459B-93BD-A18C6E8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project-name.lovable.app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B0279EB6-DA4D-4619-870F-7497E3B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預設網址格式示意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249833A-A28B-4220-8D1C-F606AE1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Publish 對外發布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56A59749-3620-4E80-A4A6-277224D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取得可分享的 lovable.app 網址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9F97ADC-CAB0-457E-A676-81789C0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修改後再次發布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1C293384-4FF3-4B49-8552-90BAC21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點 Publish changes，讓正式站更新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A514DADE-7F44-4AFF-881C-047E9E5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自有網域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1E27EAF8-3218-4A29-B20B-10E7F85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6730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付費方案可連接自己購買的網域</a:t>
            </a:r>
          </a:p>
        </p:txBody>
      </p:sp>
      <p:sp>
        <p:nvSpPr>
          <p:cNvPr id="12" name="v9-11">
            <a:extLst xmlns:a="http://schemas.openxmlformats.org/drawingml/2006/main">
              <a:ext uri="{FF2B5EF4-FFF2-40B4-BE49-F238E27FC236}">
                <a16:creationId xmlns:a16="http://schemas.microsoft.com/office/drawing/2014/main" id="{7EC1524E-3D56-4CF4-B5A4-6107885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32d768595d04823"/>
              </a:rPr>
              <a:t>系列第 17 篇：ithelp.ithome.com.tw/articles/10406635</a:t>
            </a:r>
          </a:p>
        </p:txBody>
      </p:sp>
    </p:spTree>
    <p:extLst>
      <p:ext uri="{BB962C8B-B14F-4D97-AF65-F5344CB8AC3E}">
        <p14:creationId xmlns:p14="http://schemas.microsoft.com/office/powerpoint/2010/main" val="21268702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DEF18B4A-C198-4879-A65B-73216E1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整合好的開發工具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D363F48E-0277-456D-A377-26B4F6F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比較平台價值時，也記錄省下多少設定與整合工時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F92E2FE2-0AFE-4A17-9828-803A01F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5B3EE-F00A-4078-8569-AA610B137ADD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工具／階段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在同一套流程裡完成的工作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Plan／Build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先討論規劃，再讓 Agent 實作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Cloud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資料庫、登入、檔案儲存與後端函式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測試與安全檢查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工具協助檢查，發布前仍需親自驗收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GitHub 與發布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同步程式碼、查看預覽與發布正式站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C14108C-7A73-4F5C-A514-7390CF8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平台的整合工作，也會影響落地時間與總成本。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FEBDC96-7032-44EF-98AD-6EAAB77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8d2eb55ceee459c"/>
              </a:rPr>
              <a:t>系列第 1 篇：ithelp.ithome.com.tw/articles/10406618</a:t>
            </a:r>
          </a:p>
        </p:txBody>
      </p:sp>
    </p:spTree>
    <p:extLst>
      <p:ext uri="{BB962C8B-B14F-4D97-AF65-F5344CB8AC3E}">
        <p14:creationId xmlns:p14="http://schemas.microsoft.com/office/powerpoint/2010/main" val="3588769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7F97BCBC-8242-45B0-A81B-58CACD2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第三方服務與 connectors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BD865A6F-9616-463E-B031-4E0B3A5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Notion、Google Workspace、Slack、Resend 等服務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B837A787-B78F-4308-ADAF-DD34ECC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37A4-BD86-4701-A43E-AB1607134A79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類型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帳號與使用時機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+ chat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共用連線，供成品 App 與建置對話使用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Chat（MCP）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個人建置上下文，不隨成品部署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user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每位 App 使用者登入自己的帳號並授權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FC223A3-C399-48C2-BB37-DCAD345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仍需授權帳號、設定權限，並核對第三方費用。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FDD5A8D3-683B-45F2-B51C-B9DE912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6d99e31b3514fc0"/>
              </a:rPr>
              <a:t>各服務支援類型不同。系列第 11 篇：ithelp.ithome.com.tw/articles/10406629</a:t>
            </a:r>
          </a:p>
        </p:txBody>
      </p:sp>
    </p:spTree>
    <p:extLst>
      <p:ext uri="{BB962C8B-B14F-4D97-AF65-F5344CB8AC3E}">
        <p14:creationId xmlns:p14="http://schemas.microsoft.com/office/powerpoint/2010/main" val="11134818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9-0">
            <a:extLst xmlns:a="http://schemas.openxmlformats.org/drawingml/2006/main">
              <a:ext uri="{FF2B5EF4-FFF2-40B4-BE49-F238E27FC236}">
                <a16:creationId xmlns:a16="http://schemas.microsoft.com/office/drawing/2014/main" id="{2A910A03-3EF7-4396-A101-A573DC4B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課後延伸：兩個實作系列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CB575432-BA2D-4977-9CE4-82C969F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掃碼開啟系列，登入 iT 邦幫忙後點「訂閱系列文」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8D37694C-81BB-4456-B84E-9322022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44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DF585983-609A-4E27-B913-39381AB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Roblox Studio AI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協作開發大全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F55B-69BB-469F-9299-E0AEC6E20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e6187d94644ff"/>
          <a:stretch xmlns:a="http://schemas.openxmlformats.org/drawingml/2006/main"/>
        </p:blipFill>
        <p:spPr>
          <a:xfrm xmlns:a="http://schemas.openxmlformats.org/drawingml/2006/main">
            <a:off x="15811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10C4AD6D-8D87-406F-8CE7-4A50BCA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1e7865e29344c4f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228218c0b1c47d2"/>
              </a:rPr>
              <a:t>20046160/ironman/9450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D060D7FF-8E50-48C7-85AC-153F3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全端網站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Agentic 開發實戰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4FBEE-A3B8-44AA-AA3C-8F4C8640A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7f7ef44c348b9"/>
          <a:stretch xmlns:a="http://schemas.openxmlformats.org/drawingml/2006/main"/>
        </p:blipFill>
        <p:spPr>
          <a:xfrm xmlns:a="http://schemas.openxmlformats.org/drawingml/2006/main">
            <a:off x="75628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v9-6">
            <a:extLst xmlns:a="http://schemas.openxmlformats.org/drawingml/2006/main">
              <a:ext uri="{FF2B5EF4-FFF2-40B4-BE49-F238E27FC236}">
                <a16:creationId xmlns:a16="http://schemas.microsoft.com/office/drawing/2014/main" id="{B4815C72-E593-4C3C-89CC-8D2632E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4b2297209bc426f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f99abf5d57249ae"/>
              </a:rPr>
              <a:t>20046160/ironman/9449</a:t>
            </a:r>
          </a:p>
        </p:txBody>
      </p:sp>
    </p:spTree>
    <p:extLst>
      <p:ext uri="{BB962C8B-B14F-4D97-AF65-F5344CB8AC3E}">
        <p14:creationId xmlns:p14="http://schemas.microsoft.com/office/powerpoint/2010/main" val="1965797699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2026-10-14T01:02:32.5760000Z</dcterms:created>
  <dcterms:modified xsi:type="dcterms:W3CDTF">2026-10-14T01:02:32.5760000Z</dcterms:modified>
</coreProperties>
</file>