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9b1afaacc94831" /><Relationship Type="http://schemas.openxmlformats.org/officeDocument/2006/relationships/extended-properties" Target="/docProps/app.xml" Id="R9eb9bb7b205c4fbc" /><Relationship Type="http://schemas.openxmlformats.org/officeDocument/2006/relationships/officeDocument" Target="/ppt/presentation.xml" Id="R84cc74fc512849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2ed88240a146bd"/>
  </p:sldMasterIdLst>
  <p:notesMasterIdLst>
    <p:notesMasterId xmlns:r="http://schemas.openxmlformats.org/officeDocument/2006/relationships" r:id="Rdf70b881b63a4540"/>
  </p:notesMasterIdLst>
  <p:sldIdLst>
    <p:sldId xmlns:r="http://schemas.openxmlformats.org/officeDocument/2006/relationships" id="256" r:id="Rc8fef8f0f80f4ec0"/>
    <p:sldId xmlns:r="http://schemas.openxmlformats.org/officeDocument/2006/relationships" id="257" r:id="R888b1dc3d0944b09"/>
    <p:sldId xmlns:r="http://schemas.openxmlformats.org/officeDocument/2006/relationships" id="258" r:id="R1b47b80abd5948e4"/>
    <p:sldId xmlns:r="http://schemas.openxmlformats.org/officeDocument/2006/relationships" id="259" r:id="Rbd9b20beb00a4fe2"/>
    <p:sldId xmlns:r="http://schemas.openxmlformats.org/officeDocument/2006/relationships" id="260" r:id="R422e6dd87dfc4d90"/>
    <p:sldId xmlns:r="http://schemas.openxmlformats.org/officeDocument/2006/relationships" id="261" r:id="Rf36217f020fc411f"/>
    <p:sldId xmlns:r="http://schemas.openxmlformats.org/officeDocument/2006/relationships" id="262" r:id="Rd32c2cd444174e20"/>
    <p:sldId xmlns:r="http://schemas.openxmlformats.org/officeDocument/2006/relationships" id="263" r:id="R1bcef865528e46bd"/>
    <p:sldId xmlns:r="http://schemas.openxmlformats.org/officeDocument/2006/relationships" id="264" r:id="Rca6410f7db704512"/>
    <p:sldId xmlns:r="http://schemas.openxmlformats.org/officeDocument/2006/relationships" id="265" r:id="R98c957ccae094265"/>
    <p:sldId xmlns:r="http://schemas.openxmlformats.org/officeDocument/2006/relationships" id="266" r:id="R327fd550ff61482b"/>
    <p:sldId xmlns:r="http://schemas.openxmlformats.org/officeDocument/2006/relationships" id="267" r:id="R6171ff6b3e324a65"/>
    <p:sldId xmlns:r="http://schemas.openxmlformats.org/officeDocument/2006/relationships" id="268" r:id="Rd729ec5b4651475a"/>
    <p:sldId xmlns:r="http://schemas.openxmlformats.org/officeDocument/2006/relationships" id="269" r:id="Rca240cadc12b436a"/>
    <p:sldId xmlns:r="http://schemas.openxmlformats.org/officeDocument/2006/relationships" id="270" r:id="Rd89949d5e7c1449c"/>
    <p:sldId xmlns:r="http://schemas.openxmlformats.org/officeDocument/2006/relationships" id="271" r:id="R483d8ee4fc614618"/>
    <p:sldId xmlns:r="http://schemas.openxmlformats.org/officeDocument/2006/relationships" id="272" r:id="Rf67727cc5ed54549"/>
    <p:sldId xmlns:r="http://schemas.openxmlformats.org/officeDocument/2006/relationships" id="273" r:id="R07079973e7ee445b"/>
    <p:sldId xmlns:r="http://schemas.openxmlformats.org/officeDocument/2006/relationships" id="274" r:id="R67bdcec3b76c4db3"/>
    <p:sldId xmlns:r="http://schemas.openxmlformats.org/officeDocument/2006/relationships" id="275" r:id="Re0f1cbf917304039"/>
    <p:sldId xmlns:r="http://schemas.openxmlformats.org/officeDocument/2006/relationships" id="276" r:id="R0e25ce21548840af"/>
    <p:sldId xmlns:r="http://schemas.openxmlformats.org/officeDocument/2006/relationships" id="277" r:id="R982585827ee5431e"/>
    <p:sldId xmlns:r="http://schemas.openxmlformats.org/officeDocument/2006/relationships" id="278" r:id="R3103a92ba6c04a1a"/>
    <p:sldId xmlns:r="http://schemas.openxmlformats.org/officeDocument/2006/relationships" id="279" r:id="R3312a50187834da2"/>
    <p:sldId xmlns:r="http://schemas.openxmlformats.org/officeDocument/2006/relationships" id="280" r:id="R5688ff7ed85b4281"/>
    <p:sldId xmlns:r="http://schemas.openxmlformats.org/officeDocument/2006/relationships" id="281" r:id="R9544614cacc3434d"/>
    <p:sldId xmlns:r="http://schemas.openxmlformats.org/officeDocument/2006/relationships" id="282" r:id="R22cc263c709349c2"/>
    <p:sldId xmlns:r="http://schemas.openxmlformats.org/officeDocument/2006/relationships" id="283" r:id="R95556532ce4c4d32"/>
    <p:sldId xmlns:r="http://schemas.openxmlformats.org/officeDocument/2006/relationships" id="284" r:id="R31d612f2eb2a4832"/>
    <p:sldId xmlns:r="http://schemas.openxmlformats.org/officeDocument/2006/relationships" id="285" r:id="Rb79e1e4969894975"/>
    <p:sldId xmlns:r="http://schemas.openxmlformats.org/officeDocument/2006/relationships" id="286" r:id="R55e7afa09fc94361"/>
    <p:sldId xmlns:r="http://schemas.openxmlformats.org/officeDocument/2006/relationships" id="287" r:id="Ra3bb6bf180b447cd"/>
    <p:sldId xmlns:r="http://schemas.openxmlformats.org/officeDocument/2006/relationships" id="288" r:id="R6137225ecbe945ea"/>
    <p:sldId xmlns:r="http://schemas.openxmlformats.org/officeDocument/2006/relationships" id="289" r:id="R48c395aaca194541"/>
    <p:sldId xmlns:r="http://schemas.openxmlformats.org/officeDocument/2006/relationships" id="290" r:id="R5f18e901224b4722"/>
    <p:sldId xmlns:r="http://schemas.openxmlformats.org/officeDocument/2006/relationships" id="291" r:id="Ra981db3a233b4d10"/>
    <p:sldId xmlns:r="http://schemas.openxmlformats.org/officeDocument/2006/relationships" id="292" r:id="R8b35db0248ee4c04"/>
    <p:sldId xmlns:r="http://schemas.openxmlformats.org/officeDocument/2006/relationships" id="293" r:id="R8c67e85f5ce84d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7cec40f0a34dc8" /><Relationship Type="http://schemas.openxmlformats.org/officeDocument/2006/relationships/slideMaster" Target="/ppt/slideMasters/slideMaster1.xml" Id="Rc12ed88240a146bd" /><Relationship Type="http://schemas.openxmlformats.org/officeDocument/2006/relationships/notesMaster" Target="/ppt/notesMasters/notesMaster1.xml" Id="Rdf70b881b63a4540" /><Relationship Type="http://schemas.openxmlformats.org/officeDocument/2006/relationships/presProps" Target="/ppt/presProps.xml" Id="Rb438ab515aab4618" /><Relationship Type="http://schemas.openxmlformats.org/officeDocument/2006/relationships/tableStyles" Target="/ppt/tableStyles.xml" Id="R6b491635d7874928" /><Relationship Type="http://schemas.openxmlformats.org/officeDocument/2006/relationships/slide" Target="/ppt/slides/slide1.xml" Id="Rc8fef8f0f80f4ec0" /><Relationship Type="http://schemas.openxmlformats.org/officeDocument/2006/relationships/slide" Target="/ppt/slides/slide2.xml" Id="R888b1dc3d0944b09" /><Relationship Type="http://schemas.openxmlformats.org/officeDocument/2006/relationships/slide" Target="/ppt/slides/slide3.xml" Id="R1b47b80abd5948e4" /><Relationship Type="http://schemas.openxmlformats.org/officeDocument/2006/relationships/slide" Target="/ppt/slides/slide4.xml" Id="Rbd9b20beb00a4fe2" /><Relationship Type="http://schemas.openxmlformats.org/officeDocument/2006/relationships/slide" Target="/ppt/slides/slide5.xml" Id="R422e6dd87dfc4d90" /><Relationship Type="http://schemas.openxmlformats.org/officeDocument/2006/relationships/slide" Target="/ppt/slides/slide6.xml" Id="Rf36217f020fc411f" /><Relationship Type="http://schemas.openxmlformats.org/officeDocument/2006/relationships/slide" Target="/ppt/slides/slide7.xml" Id="Rd32c2cd444174e20" /><Relationship Type="http://schemas.openxmlformats.org/officeDocument/2006/relationships/slide" Target="/ppt/slides/slide8.xml" Id="R1bcef865528e46bd" /><Relationship Type="http://schemas.openxmlformats.org/officeDocument/2006/relationships/slide" Target="/ppt/slides/slide9.xml" Id="Rca6410f7db704512" /><Relationship Type="http://schemas.openxmlformats.org/officeDocument/2006/relationships/slide" Target="/ppt/slides/slide10.xml" Id="R98c957ccae094265" /><Relationship Type="http://schemas.openxmlformats.org/officeDocument/2006/relationships/slide" Target="/ppt/slides/slide11.xml" Id="R327fd550ff61482b" /><Relationship Type="http://schemas.openxmlformats.org/officeDocument/2006/relationships/slide" Target="/ppt/slides/slide12.xml" Id="R6171ff6b3e324a65" /><Relationship Type="http://schemas.openxmlformats.org/officeDocument/2006/relationships/slide" Target="/ppt/slides/slide13.xml" Id="Rd729ec5b4651475a" /><Relationship Type="http://schemas.openxmlformats.org/officeDocument/2006/relationships/slide" Target="/ppt/slides/slide14.xml" Id="Rca240cadc12b436a" /><Relationship Type="http://schemas.openxmlformats.org/officeDocument/2006/relationships/slide" Target="/ppt/slides/slide15.xml" Id="Rd89949d5e7c1449c" /><Relationship Type="http://schemas.openxmlformats.org/officeDocument/2006/relationships/slide" Target="/ppt/slides/slide16.xml" Id="R483d8ee4fc614618" /><Relationship Type="http://schemas.openxmlformats.org/officeDocument/2006/relationships/slide" Target="/ppt/slides/slide17.xml" Id="Rf67727cc5ed54549" /><Relationship Type="http://schemas.openxmlformats.org/officeDocument/2006/relationships/slide" Target="/ppt/slides/slide18.xml" Id="R07079973e7ee445b" /><Relationship Type="http://schemas.openxmlformats.org/officeDocument/2006/relationships/slide" Target="/ppt/slides/slide19.xml" Id="R67bdcec3b76c4db3" /><Relationship Type="http://schemas.openxmlformats.org/officeDocument/2006/relationships/slide" Target="/ppt/slides/slide20.xml" Id="Re0f1cbf917304039" /><Relationship Type="http://schemas.openxmlformats.org/officeDocument/2006/relationships/slide" Target="/ppt/slides/slide21.xml" Id="R0e25ce21548840af" /><Relationship Type="http://schemas.openxmlformats.org/officeDocument/2006/relationships/slide" Target="/ppt/slides/slide22.xml" Id="R982585827ee5431e" /><Relationship Type="http://schemas.openxmlformats.org/officeDocument/2006/relationships/slide" Target="/ppt/slides/slide23.xml" Id="R3103a92ba6c04a1a" /><Relationship Type="http://schemas.openxmlformats.org/officeDocument/2006/relationships/slide" Target="/ppt/slides/slide24.xml" Id="R3312a50187834da2" /><Relationship Type="http://schemas.openxmlformats.org/officeDocument/2006/relationships/slide" Target="/ppt/slides/slide25.xml" Id="R5688ff7ed85b4281" /><Relationship Type="http://schemas.openxmlformats.org/officeDocument/2006/relationships/slide" Target="/ppt/slides/slide26.xml" Id="R9544614cacc3434d" /><Relationship Type="http://schemas.openxmlformats.org/officeDocument/2006/relationships/slide" Target="/ppt/slides/slide27.xml" Id="R22cc263c709349c2" /><Relationship Type="http://schemas.openxmlformats.org/officeDocument/2006/relationships/slide" Target="/ppt/slides/slide28.xml" Id="R95556532ce4c4d32" /><Relationship Type="http://schemas.openxmlformats.org/officeDocument/2006/relationships/slide" Target="/ppt/slides/slide29.xml" Id="R31d612f2eb2a4832" /><Relationship Type="http://schemas.openxmlformats.org/officeDocument/2006/relationships/slide" Target="/ppt/slides/slide30.xml" Id="Rb79e1e4969894975" /><Relationship Type="http://schemas.openxmlformats.org/officeDocument/2006/relationships/slide" Target="/ppt/slides/slide31.xml" Id="R55e7afa09fc94361" /><Relationship Type="http://schemas.openxmlformats.org/officeDocument/2006/relationships/slide" Target="/ppt/slides/slide32.xml" Id="Ra3bb6bf180b447cd" /><Relationship Type="http://schemas.openxmlformats.org/officeDocument/2006/relationships/slide" Target="/ppt/slides/slide33.xml" Id="R6137225ecbe945ea" /><Relationship Type="http://schemas.openxmlformats.org/officeDocument/2006/relationships/slide" Target="/ppt/slides/slide34.xml" Id="R48c395aaca194541" /><Relationship Type="http://schemas.openxmlformats.org/officeDocument/2006/relationships/slide" Target="/ppt/slides/slide35.xml" Id="R5f18e901224b4722" /><Relationship Type="http://schemas.openxmlformats.org/officeDocument/2006/relationships/slide" Target="/ppt/slides/slide36.xml" Id="Ra981db3a233b4d10" /><Relationship Type="http://schemas.openxmlformats.org/officeDocument/2006/relationships/slide" Target="/ppt/slides/slide37.xml" Id="R8b35db0248ee4c04" /><Relationship Type="http://schemas.openxmlformats.org/officeDocument/2006/relationships/slide" Target="/ppt/slides/slide38.xml" Id="R8c67e85f5ce84d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bda8a8480841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8ab2a616934666" /><Relationship Type="http://schemas.openxmlformats.org/officeDocument/2006/relationships/notesMaster" Target="/ppt/notesMasters/notesMaster1.xml" Id="Raadd67c8b22b4b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23700054ba4504" /><Relationship Type="http://schemas.openxmlformats.org/officeDocument/2006/relationships/notesMaster" Target="/ppt/notesMasters/notesMaster1.xml" Id="Rc149e3f19aeb4d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cee0d37e7e4bbe" /><Relationship Type="http://schemas.openxmlformats.org/officeDocument/2006/relationships/notesMaster" Target="/ppt/notesMasters/notesMaster1.xml" Id="R8aff2cd2dc0a40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b91e2c4d9a41a1" /><Relationship Type="http://schemas.openxmlformats.org/officeDocument/2006/relationships/notesMaster" Target="/ppt/notesMasters/notesMaster1.xml" Id="R145903671f7b48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5098742fd44401" /><Relationship Type="http://schemas.openxmlformats.org/officeDocument/2006/relationships/notesMaster" Target="/ppt/notesMasters/notesMaster1.xml" Id="R6d353091ed2b4b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6ce91112e9407c" /><Relationship Type="http://schemas.openxmlformats.org/officeDocument/2006/relationships/notesMaster" Target="/ppt/notesMasters/notesMaster1.xml" Id="R7494c25c889641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add951d1da45f5" /><Relationship Type="http://schemas.openxmlformats.org/officeDocument/2006/relationships/notesMaster" Target="/ppt/notesMasters/notesMaster1.xml" Id="R595c679f33f244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bc4a29ad6f401a" /><Relationship Type="http://schemas.openxmlformats.org/officeDocument/2006/relationships/notesMaster" Target="/ppt/notesMasters/notesMaster1.xml" Id="R7e254202bb3544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89f5f9fbdb4c2a" /><Relationship Type="http://schemas.openxmlformats.org/officeDocument/2006/relationships/notesMaster" Target="/ppt/notesMasters/notesMaster1.xml" Id="R00e0e8e10b7747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11a21db609425f" /><Relationship Type="http://schemas.openxmlformats.org/officeDocument/2006/relationships/notesMaster" Target="/ppt/notesMasters/notesMaster1.xml" Id="R385f2993720342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63c808db144dab" /><Relationship Type="http://schemas.openxmlformats.org/officeDocument/2006/relationships/notesMaster" Target="/ppt/notesMasters/notesMaster1.xml" Id="Rbce30428c39d42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8d6d506a064787" /><Relationship Type="http://schemas.openxmlformats.org/officeDocument/2006/relationships/notesMaster" Target="/ppt/notesMasters/notesMaster1.xml" Id="R20918cdf1e3741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1c97c1b05140ae" /><Relationship Type="http://schemas.openxmlformats.org/officeDocument/2006/relationships/notesMaster" Target="/ppt/notesMasters/notesMaster1.xml" Id="R12e93d2d09584a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0d0fcce59247a5" /><Relationship Type="http://schemas.openxmlformats.org/officeDocument/2006/relationships/notesMaster" Target="/ppt/notesMasters/notesMaster1.xml" Id="R31b8acf538584c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00096384424086" /><Relationship Type="http://schemas.openxmlformats.org/officeDocument/2006/relationships/notesMaster" Target="/ppt/notesMasters/notesMaster1.xml" Id="Re32c4845db3f43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7ac24711b946a5" /><Relationship Type="http://schemas.openxmlformats.org/officeDocument/2006/relationships/notesMaster" Target="/ppt/notesMasters/notesMaster1.xml" Id="R7e3b711101be46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52caaf503349e5" /><Relationship Type="http://schemas.openxmlformats.org/officeDocument/2006/relationships/notesMaster" Target="/ppt/notesMasters/notesMaster1.xml" Id="R9aabc86b303543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ec5b5825e14ac8" /><Relationship Type="http://schemas.openxmlformats.org/officeDocument/2006/relationships/notesMaster" Target="/ppt/notesMasters/notesMaster1.xml" Id="R06246a0fc3ba47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b4c32d65fa49c9" /><Relationship Type="http://schemas.openxmlformats.org/officeDocument/2006/relationships/notesMaster" Target="/ppt/notesMasters/notesMaster1.xml" Id="Rc0f45474b6dd49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0cc98fd6aa4c8f" /><Relationship Type="http://schemas.openxmlformats.org/officeDocument/2006/relationships/notesMaster" Target="/ppt/notesMasters/notesMaster1.xml" Id="Rd7385d8a8ebb46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c8773ec2f9e47d9" /><Relationship Type="http://schemas.openxmlformats.org/officeDocument/2006/relationships/notesMaster" Target="/ppt/notesMasters/notesMaster1.xml" Id="Re9415ea20ad0429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38a362f7fff4d89" /><Relationship Type="http://schemas.openxmlformats.org/officeDocument/2006/relationships/notesMaster" Target="/ppt/notesMasters/notesMaster1.xml" Id="Rc777f378ee31478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c992bd0a9c84941" /><Relationship Type="http://schemas.openxmlformats.org/officeDocument/2006/relationships/notesMaster" Target="/ppt/notesMasters/notesMaster1.xml" Id="R1f61306ef2b74f6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7c1f621b1040c8" /><Relationship Type="http://schemas.openxmlformats.org/officeDocument/2006/relationships/notesMaster" Target="/ppt/notesMasters/notesMaster1.xml" Id="R6a70e8e4bd3d46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6bdd795eb8e4add" /><Relationship Type="http://schemas.openxmlformats.org/officeDocument/2006/relationships/notesMaster" Target="/ppt/notesMasters/notesMaster1.xml" Id="Rda57dcda838644e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844e11238a04ad7" /><Relationship Type="http://schemas.openxmlformats.org/officeDocument/2006/relationships/notesMaster" Target="/ppt/notesMasters/notesMaster1.xml" Id="R34c03c4f65da448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585ef5131fa4104" /><Relationship Type="http://schemas.openxmlformats.org/officeDocument/2006/relationships/notesMaster" Target="/ppt/notesMasters/notesMaster1.xml" Id="R4473817c346f475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f029c52fa6f4132" /><Relationship Type="http://schemas.openxmlformats.org/officeDocument/2006/relationships/notesMaster" Target="/ppt/notesMasters/notesMaster1.xml" Id="Rbe66950432534df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c14cc2334aa4d53" /><Relationship Type="http://schemas.openxmlformats.org/officeDocument/2006/relationships/notesMaster" Target="/ppt/notesMasters/notesMaster1.xml" Id="Ra00898f9d3684e0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5bd4dcd7a194157" /><Relationship Type="http://schemas.openxmlformats.org/officeDocument/2006/relationships/notesMaster" Target="/ppt/notesMasters/notesMaster1.xml" Id="Rba6b61b02f04442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e02446538da4c85" /><Relationship Type="http://schemas.openxmlformats.org/officeDocument/2006/relationships/notesMaster" Target="/ppt/notesMasters/notesMaster1.xml" Id="R660588c506c7490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6f1dd7ef6944030" /><Relationship Type="http://schemas.openxmlformats.org/officeDocument/2006/relationships/notesMaster" Target="/ppt/notesMasters/notesMaster1.xml" Id="Rc26edd33b4354db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9ade57a968f43a5" /><Relationship Type="http://schemas.openxmlformats.org/officeDocument/2006/relationships/notesMaster" Target="/ppt/notesMasters/notesMaster1.xml" Id="R323a511c900a4bc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764ff4fd264431e" /><Relationship Type="http://schemas.openxmlformats.org/officeDocument/2006/relationships/notesMaster" Target="/ppt/notesMasters/notesMaster1.xml" Id="R726dc4065a4044f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6e7e4b87b854aff" /><Relationship Type="http://schemas.openxmlformats.org/officeDocument/2006/relationships/notesMaster" Target="/ppt/notesMasters/notesMaster1.xml" Id="R01adae00b270471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f760686ed7b4f61" /><Relationship Type="http://schemas.openxmlformats.org/officeDocument/2006/relationships/notesMaster" Target="/ppt/notesMasters/notesMaster1.xml" Id="R070b83b4d66a46d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e136c96b0f747d7" /><Relationship Type="http://schemas.openxmlformats.org/officeDocument/2006/relationships/notesMaster" Target="/ppt/notesMasters/notesMaster1.xml" Id="R73c31c084f28477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4fa44582a234090" /><Relationship Type="http://schemas.openxmlformats.org/officeDocument/2006/relationships/notesMaster" Target="/ppt/notesMasters/notesMaster1.xml" Id="R2a33a8c4d50148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點已經用完，請先向我示意，我會私下提供群組加入方式。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 starter 終端機示範兩個指令，指出需要停留在有 package.json 的資料夾。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講述：免費建置額度不是固定五次提示。如果今天的 5 點已用完，或可用額度不足，請向我示意，我會私下提供群組加入方式。加入後依現場安排確認是否能繼續實作。若仍無法建置，保留當下狀態，使用離線版完成驗收練習。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操作：查看帳號餘額。由講師私下提供邀請並協助加入群組，確認實作入口可用。群組加入屬環境準備，另外記錄設定時間。指出離線版本作為下一層備援。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檢核：每人知道自己的額度來源。額度用完者能向講師取得群組加入方式；仍無法實作者知道離線檔案位置。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時間：13:30–13:31，1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 Wolke。我把自己定位為一名啟發者，透過分享開發經驗，幫助大家理解問題並動手實作。我是 Google Developer Expert、LINE Expert，也是技術書作者，持續分享 AI 人機協作、提示工程與程式開發。今天用同一份 Web 需求，親自觀察兩種工具的建置、修改與驗收。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操作：約 30 秒介紹背景，指出 Medium 文章與著作。接著說明本次以 Codex 桌面 App 示範通用工具，CLI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轉場：先看看今天要完成的作品。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時間：13:31–13:33，2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講述：展示採真實議程附件的參考版。今天要完成的是找議程、收藏、重新整理後保留，再加上衝堂提示。這張畫面只是其中一種 UI，不要求學員模仿。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操作：現場開啟離線參考版，搜尋林建宏，收藏 4996、5030，重新整理，確認收藏仍在。切第二版加入 5018 看提醒。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檢核：請學員說出畫面可見但尚未證明的功能，例如重新整理保存。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轉場：接下來說明今天要留下什麼。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時間：13:33–13:35，2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講述：請舉手讓我知道大家主要使用哪套工具。你可以沿用自己熟悉的工具，只要使用相同需求及資料，並記下條件。今天希望每個人都能留下可操作作品和自己的觀察。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操作：快速詢問工具分布。指出兩段 15 分鐘建置與各 5 分鐘修改。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檢核：確認學員知道可以自選通用工具，不必現場換裝。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轉場：接著看兩套 AI 工具如何完成相同任務。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講述：本課只比較 Lovable 與通用 AI 工具，講師以 Codex 桌面 App 示範。兩套各自從新專案開始，使用相同資料與短提示，先完成初版，再加入衝堂提示。90 分鐘內以實作、試用及驗收觀察差異；UI 可以自由設計。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操作：對照兩條流程，指出平台預覽與本機預覽。提醒學員：初版各 15 分鐘、修改各 5 分鐘，驗收也包含在內。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檢核：確認學員知道今天只有兩套 AI 工具需要操作，並依相同 UX 條件驗收。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講述：我們固定資料與 UX 邏輯，不固定畫面。所有議程兩天各 35 筆、共 70 筆；使用者能搜尋、用日期和主題一起篩選、收藏並保留即可。資料可能有多位講者與多個標籤，不能漏掉。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講述：設定與套件安裝另計。每輪從開始補充或送出該輪提示時起算，生成等待、除錯與驗收都算進去。到截止時沒通過就保留未完成狀態。不要把截止的十五分鐘寫成十五分鐘完成。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講述：人不需要先寫成工程規格才開始。上傳資料，講清楚想做什麼、用起來要怎樣，再讓 Agent 做出可試用的第一版。色彩、版型、字型都可以自由發揮。驗收表拿在自己手上，發現缺漏再描述操作與預期。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操作：直接複製本頁四句提示。下一頁提供 JSON 附件位置與完整網址，先上傳再送出。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JSON 是附件，不需複製 70 筆資料；不把 UI 相似度當成功條件。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轉場：先確認這份資料從哪裡來，以及要上傳哪個檔案。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講述：官網議程是公開來源；我們把兩天 70 筆場次整理成固定 JSON 快照。投影片寫出來源及附件完整網址。目前 GitHub repo 為私人，學員可使用教材包 materials 裡的 JSON；沒有 repo 權限時不要卡在 GitHub 登入。提示與資料分開，上傳完再送出第 11 頁提示。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操作：示範從教材包選取 hwdc-agenda-2026.json 上傳，確認附件後貼第 11 頁提示。指出預覽入口並開始驗收。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講述：搜尋林建宏，日期選 10/14，主題選 AI 開發工具實戰和流程改造，應只剩 4996。改成 SDLC 相關議題為零，改 10/15 也為零。另以陳宜昌的三個主題標籤檢查多標籤是否遺漏。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操作：依 A3 實際切換條件，不要求特定按鈕位置。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檢核：條件是 AND；同一場的多個 tags 都能被找出。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轉場：下一頁直接列出可貼上的完整提示。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講述：這次直接貼本頁提示，資料位置寫在第一行。本機檔案與上傳 Lovable 的附件內容一致，UI 不必一樣。驗收表由人操作，發現問題再補充。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操作：複製本頁完整內容至 Codex，確認專案是獨立 starter。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講述：用真實場次練習邊界：5030 和 5009 部分重疊；4996 包含 5018；4996 和 4993 同時段；4957 結束 10:10 正好接 4958，因此不衝堂。再比 4996 和 4992，鐘點相同但日期不同，不能誤報。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操作：每次只收藏兩場，檢查完整日期時間。數學判斷式可放講義，不必要求大家把它寫進首輪提示。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檢核：區分部分重疊、包含、相同、首尾相接與跨日。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操作：直接複製本頁三句提示，在兩套工具各自的初版接續修改。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講述：加入新功能後重做 A1–A6。特別確認第一版原有收藏沒有遺失，日期與多標籤篩選仍正確。此圖展示 4957 與 4958 相接沒有提示。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講述：這是上次長提示與 12 筆合成資料的操作彩排。兩套最後都完成。Codex 初版約 1 分 55 秒、修改約 1 分 3 秒；Lovable 初版約 4 分 22 秒、修改核心約 3 分 33 秒，精確手機尺寸在截止後補測。代理已看過解答，且第二輪交錯操作，不能據此排名。新版改用真實附件、短提示和自由 UI，必須另測。 詳細紀錄見 evidence/rehearsal-observations.md。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操作：先比較通過項目，再看時間與限制。補充 Lovable 衝堂區可直接取消，Codex 由卡片取消，示範 UX 路徑的差異。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檢核：觀察時間不被解讀成普遍速度；沒有把舊成績當作新條件成績。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講述：若沒有適合教學的實測錯誤，就用明確標示的刻意植入案例。把小於寫成小於等於會使 4957 與 4958 首尾相接被誤判。修正後，真正重疊仍應提醒，跨日不能混在一起。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操作：把範本中的操作填成收藏 4957、4958，實際填看到衝堂提示，預期填 10:10 首尾相接應不衝堂。送出後重做邊界驗收。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講述：不同平台的點數不能直接當成相同價值。訂閱包含的額度、額外付費與人的時間需要分開。Codex 以 ChatGPT 登入和 API 金鑰登入適用不同計費口徑。公式中的費率與分攤都要寫清楚。 使用講師提供群組者，額度來源要註明；若無法取得個人消耗數據，填未取得，不把講師提供當作工具成本為零。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操作：以學員紀錄表找出可取得與不可取得的欄位。沒有值就保留公式，跨幣別先交代匯率與日期。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檢核：學員不把未知用量當零，也不重複加總除錯時間。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轉場：還有一些影響後續使用的成本，今天只能觀察指標。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講述：讓兩位學員用不同 UI 展示同一任務：找到議程、收藏、看衝堂、決定取消或保留。上一輪 Lovable 在提醒區直接加取消按鈕，Codex 由卡片取消；兩者都能完成，但步驟不同。討論這些操作是否清楚，再分享個人的視覺風格。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操作：邀請鄰座互相試用 60 秒，再以 60 秒分享差異；不投票選工具冠軍。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檢核：能區分 UX 任務與 UI 表現，使用者找得到下一步。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轉場：謝謝大家，教材可繼續用於課後練習。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的 5 點已用完或額度不足時，講師會私下提供群組加入方式。加入後確認可以繼續操作；若仍無法建置或服務中斷，再使用離線參考版。使用個人額度、講師群組或離線版，皆在紀錄中註明，保留切換原因。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操作：先提供群組加入協助；仍無法接續者，打開 offline/reference-v1.html 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講述：先用這兩句人話描述想要的結果。實際 .ics 格式的欄位、跳脫、換行與時區，放在講義驗收及參考實作。匯入自己的行事曆軟體確認，不只相信文字回覆。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操作：複製本頁提示進行課後練習。檢查 4996 台北 13:00 對應 05:00 UTC，5030 台北 15:30 對應 07:30 UTC。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講述：議程附件是官網公開快照，70 筆場次與 12 筆休息原始資料分開保存。來源、擷取日期、台北時區正規化有紀錄，開課兩套工具使用同一份。主辦資訊以官網為準。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操作：直接點選本頁官方網址，附件則看第 12 頁；完整來源記錄仍保留於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57320df8548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6d668d24c4f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323b0aacc4a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2d7b5890f49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eacea334348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8966b8bc74b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9bb49cfd4b4b54" /><Relationship Type="http://schemas.openxmlformats.org/officeDocument/2006/relationships/slideLayout" Target="/ppt/slideLayouts/slideLayout1.xml" Id="R068f1a0b50224f2b" /><Relationship Type="http://schemas.openxmlformats.org/officeDocument/2006/relationships/slideLayout" Target="/ppt/slideLayouts/slideLayout2.xml" Id="R89f1ffe1de6d4529" /><Relationship Type="http://schemas.openxmlformats.org/officeDocument/2006/relationships/slideLayout" Target="/ppt/slideLayouts/slideLayout3.xml" Id="R0a01e63268984f93" /><Relationship Type="http://schemas.openxmlformats.org/officeDocument/2006/relationships/slideLayout" Target="/ppt/slideLayouts/slideLayout4.xml" Id="R91be0c160ad24f62" /><Relationship Type="http://schemas.openxmlformats.org/officeDocument/2006/relationships/slideLayout" Target="/ppt/slideLayouts/slideLayout5.xml" Id="R702f546042b94ed0" /><Relationship Type="http://schemas.openxmlformats.org/officeDocument/2006/relationships/slideLayout" Target="/ppt/slideLayouts/slideLayout6.xml" Id="R629f51e3b6304f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8f1a0b50224f2b"/>
    <p:sldLayoutId xmlns:r="http://schemas.openxmlformats.org/officeDocument/2006/relationships" id="2147483650" r:id="R89f1ffe1de6d4529"/>
    <p:sldLayoutId xmlns:r="http://schemas.openxmlformats.org/officeDocument/2006/relationships" id="2147483651" r:id="R0a01e63268984f93"/>
    <p:sldLayoutId xmlns:r="http://schemas.openxmlformats.org/officeDocument/2006/relationships" id="2147483652" r:id="R91be0c160ad24f62"/>
    <p:sldLayoutId xmlns:r="http://schemas.openxmlformats.org/officeDocument/2006/relationships" id="2147483653" r:id="R702f546042b94ed0"/>
    <p:sldLayoutId xmlns:r="http://schemas.openxmlformats.org/officeDocument/2006/relationships" id="2147483654" r:id="R629f51e3b6304f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7014d05ee4c10" /><Relationship Type="http://schemas.openxmlformats.org/officeDocument/2006/relationships/notesSlide" Target="/ppt/notesSlides/notesSlide1.xml" Id="R2841785a8c1d4c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e471b090a4358" /><Relationship Type="http://schemas.openxmlformats.org/officeDocument/2006/relationships/notesSlide" Target="/ppt/notesSlides/notesSlide2.xml" Id="R256cdef4fb2246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7fe910beec4327" /><Relationship Type="http://schemas.openxmlformats.org/officeDocument/2006/relationships/notesSlide" Target="/ppt/notesSlides/notesSlide3.xml" Id="R2f45fa11162041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32abb898054cb8" /><Relationship Type="http://schemas.openxmlformats.org/officeDocument/2006/relationships/notesSlide" Target="/ppt/notesSlides/notesSlide4.xml" Id="Ra2d0b15f621c40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dae2b9999414f" /><Relationship Type="http://schemas.openxmlformats.org/officeDocument/2006/relationships/image" Target="/ppt/media/image.png" Id="R6e8c80fce6584e6a" /><Relationship Type="http://schemas.openxmlformats.org/officeDocument/2006/relationships/notesSlide" Target="/ppt/notesSlides/notesSlide5.xml" Id="Rc8baaf4e0e8243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31fd0fc9fd496a" /><Relationship Type="http://schemas.openxmlformats.org/officeDocument/2006/relationships/notesSlide" Target="/ppt/notesSlides/notesSlide6.xml" Id="R87768bdf22c248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bcb16f523483c" /><Relationship Type="http://schemas.openxmlformats.org/officeDocument/2006/relationships/notesSlide" Target="/ppt/notesSlides/notesSlide7.xml" Id="R58c1ab8d37dd4a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a60acb9634b36" /><Relationship Type="http://schemas.openxmlformats.org/officeDocument/2006/relationships/notesSlide" Target="/ppt/notesSlides/notesSlide8.xml" Id="R1ed3f52da3ed45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b853f607e4498" /><Relationship Type="http://schemas.openxmlformats.org/officeDocument/2006/relationships/notesSlide" Target="/ppt/notesSlides/notesSlide9.xml" Id="R6d51be71362145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51dcdd1384412" /><Relationship Type="http://schemas.openxmlformats.org/officeDocument/2006/relationships/notesSlide" Target="/ppt/notesSlides/notesSlide10.xml" Id="R16e567723eb046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b5629157314dd6" /><Relationship Type="http://schemas.openxmlformats.org/officeDocument/2006/relationships/notesSlide" Target="/ppt/notesSlides/notesSlide11.xml" Id="R7cd1be2491d647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9a3d6d0f24df9" /><Relationship Type="http://schemas.openxmlformats.org/officeDocument/2006/relationships/hyperlink" Target="https://hwdc.ithome.com.tw/2026/agenda" TargetMode="External" Id="Ree96e558a99d4df4" /><Relationship Type="http://schemas.openxmlformats.org/officeDocument/2006/relationships/hyperlink" Target="https://github.com/Wolke/hwdc-2026-ai-cli-vs-lovable/blob/main/HWDC-workshop/materials/hwdc-agenda-2026.json" TargetMode="External" Id="Rad39e56aca304b17" /><Relationship Type="http://schemas.openxmlformats.org/officeDocument/2006/relationships/hyperlink" Target="https://github.com/Wolke/hwdc-2026-ai-cli-vs-lovable/blob/main/HWDC-workshop/materials/hwdc-agenda-2026.json" TargetMode="External" Id="R866bca85d1b84a9d" /><Relationship Type="http://schemas.openxmlformats.org/officeDocument/2006/relationships/notesSlide" Target="/ppt/notesSlides/notesSlide12.xml" Id="R6e0c1fb4bcb647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72812ce994bda" /><Relationship Type="http://schemas.openxmlformats.org/officeDocument/2006/relationships/notesSlide" Target="/ppt/notesSlides/notesSlide13.xml" Id="R89b0a317e08a40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c7ec335b543ae" /><Relationship Type="http://schemas.openxmlformats.org/officeDocument/2006/relationships/image" Target="/ppt/media/image2.png" Id="R5f13022775234185" /><Relationship Type="http://schemas.openxmlformats.org/officeDocument/2006/relationships/notesSlide" Target="/ppt/notesSlides/notesSlide14.xml" Id="Rc1048d90ee7843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f90aefd99c4d64" /><Relationship Type="http://schemas.openxmlformats.org/officeDocument/2006/relationships/notesSlide" Target="/ppt/notesSlides/notesSlide15.xml" Id="R7d1065ab3e4347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aee3267564dd2" /><Relationship Type="http://schemas.openxmlformats.org/officeDocument/2006/relationships/notesSlide" Target="/ppt/notesSlides/notesSlide16.xml" Id="R3acd7a5d387a43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2374ab94d5452a" /><Relationship Type="http://schemas.openxmlformats.org/officeDocument/2006/relationships/notesSlide" Target="/ppt/notesSlides/notesSlide17.xml" Id="R29d72a6d380b40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c8aaad008e492a" /><Relationship Type="http://schemas.openxmlformats.org/officeDocument/2006/relationships/notesSlide" Target="/ppt/notesSlides/notesSlide18.xml" Id="Re2980de4d11349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21ab45640421d" /><Relationship Type="http://schemas.openxmlformats.org/officeDocument/2006/relationships/image" Target="/ppt/media/image3.png" Id="R312b8b6729064b2a" /><Relationship Type="http://schemas.openxmlformats.org/officeDocument/2006/relationships/notesSlide" Target="/ppt/notesSlides/notesSlide19.xml" Id="R8efeb41b482d49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8b6fcb9d94ea7" /><Relationship Type="http://schemas.openxmlformats.org/officeDocument/2006/relationships/image" Target="/ppt/media/image4.png" Id="R5d7a8dd3219c4c2f" /><Relationship Type="http://schemas.openxmlformats.org/officeDocument/2006/relationships/notesSlide" Target="/ppt/notesSlides/notesSlide20.xml" Id="R4bb00db241a3435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5c775596f4a19" /><Relationship Type="http://schemas.openxmlformats.org/officeDocument/2006/relationships/notesSlide" Target="/ppt/notesSlides/notesSlide21.xml" Id="R50f18f43b3c042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37dc111ba495e" /><Relationship Type="http://schemas.openxmlformats.org/officeDocument/2006/relationships/notesSlide" Target="/ppt/notesSlides/notesSlide22.xml" Id="R4c7ea1712f87441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477eaad4b42d5" /><Relationship Type="http://schemas.openxmlformats.org/officeDocument/2006/relationships/notesSlide" Target="/ppt/notesSlides/notesSlide23.xml" Id="R8a87fbcd0085451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e37a632474300" /><Relationship Type="http://schemas.openxmlformats.org/officeDocument/2006/relationships/image" Target="/ppt/media/image5.png" Id="Ra98d13d5cdfd4111" /><Relationship Type="http://schemas.openxmlformats.org/officeDocument/2006/relationships/notesSlide" Target="/ppt/notesSlides/notesSlide24.xml" Id="Rdbb621e4bebf447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3c00855794768" /><Relationship Type="http://schemas.openxmlformats.org/officeDocument/2006/relationships/notesSlide" Target="/ppt/notesSlides/notesSlide25.xml" Id="R5d0d5ae9713e4f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4e3e56b354ac2" /><Relationship Type="http://schemas.openxmlformats.org/officeDocument/2006/relationships/notesSlide" Target="/ppt/notesSlides/notesSlide26.xml" Id="R0ac9fa38a9694ee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28cd1ef1384b31" /><Relationship Type="http://schemas.openxmlformats.org/officeDocument/2006/relationships/notesSlide" Target="/ppt/notesSlides/notesSlide27.xml" Id="R567af03c89904e7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6b74400ef4481" /><Relationship Type="http://schemas.openxmlformats.org/officeDocument/2006/relationships/image" Target="/ppt/media/image6.png" Id="R69f1d8ddb32d42e8" /><Relationship Type="http://schemas.openxmlformats.org/officeDocument/2006/relationships/notesSlide" Target="/ppt/notesSlides/notesSlide28.xml" Id="Rb2b0241688a5473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771e22e4cd42f9" /><Relationship Type="http://schemas.openxmlformats.org/officeDocument/2006/relationships/notesSlide" Target="/ppt/notesSlides/notesSlide29.xml" Id="R8f779b0a879a46d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4183e91ad4fea" /><Relationship Type="http://schemas.openxmlformats.org/officeDocument/2006/relationships/notesSlide" Target="/ppt/notesSlides/notesSlide30.xml" Id="Rbb56a10a103e485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a1371aa58407a" /><Relationship Type="http://schemas.openxmlformats.org/officeDocument/2006/relationships/notesSlide" Target="/ppt/notesSlides/notesSlide31.xml" Id="R2d652f9380a8467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f7c20a5ad04f26" /><Relationship Type="http://schemas.openxmlformats.org/officeDocument/2006/relationships/notesSlide" Target="/ppt/notesSlides/notesSlide32.xml" Id="Red2808af177c41c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a6eea140049b0" /><Relationship Type="http://schemas.openxmlformats.org/officeDocument/2006/relationships/notesSlide" Target="/ppt/notesSlides/notesSlide33.xml" Id="R9ba81b3f16d0463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b9e01d69c4f85" /><Relationship Type="http://schemas.openxmlformats.org/officeDocument/2006/relationships/notesSlide" Target="/ppt/notesSlides/notesSlide34.xml" Id="Ra93096fde0f241d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90f00ffd15435c" /><Relationship Type="http://schemas.openxmlformats.org/officeDocument/2006/relationships/notesSlide" Target="/ppt/notesSlides/notesSlide35.xml" Id="R4e283fd6bf46426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95af81f2c408d" /><Relationship Type="http://schemas.openxmlformats.org/officeDocument/2006/relationships/hyperlink" Target="https://www.rfc-editor.org/rfc/rfc5545" TargetMode="External" Id="Rb6aeab8296f24d12" /><Relationship Type="http://schemas.openxmlformats.org/officeDocument/2006/relationships/notesSlide" Target="/ppt/notesSlides/notesSlide36.xml" Id="Rbbfe206746164a5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92ab5aca644ac" /><Relationship Type="http://schemas.openxmlformats.org/officeDocument/2006/relationships/notesSlide" Target="/ppt/notesSlides/notesSlide37.xml" Id="R4da2a6924499471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37931ac4f40d2" /><Relationship Type="http://schemas.openxmlformats.org/officeDocument/2006/relationships/hyperlink" Target="https://hwdc.ithome.com.tw/2026/agenda" TargetMode="External" Id="R847efeae92b44451" /><Relationship Type="http://schemas.openxmlformats.org/officeDocument/2006/relationships/hyperlink" Target="https://docs.lovable.dev/introduction/faq" TargetMode="External" Id="R50875a3d8b9f4332" /><Relationship Type="http://schemas.openxmlformats.org/officeDocument/2006/relationships/hyperlink" Target="https://docs.lovable.dev/introduction/credits-and-usage" TargetMode="External" Id="Rf909c737f3954354" /><Relationship Type="http://schemas.openxmlformats.org/officeDocument/2006/relationships/hyperlink" Target="https://learn.chatgpt.com/docs/quickstart" TargetMode="External" Id="R460224851c5a4ba3" /><Relationship Type="http://schemas.openxmlformats.org/officeDocument/2006/relationships/hyperlink" Target="https://learn.chatgpt.com/docs/auth" TargetMode="External" Id="R0d9a3f50401c4860" /><Relationship Type="http://schemas.openxmlformats.org/officeDocument/2006/relationships/hyperlink" Target="https://www.rfc-editor.org/rfc/rfc5545" TargetMode="External" Id="Rbcebc16435e34b7c" /><Relationship Type="http://schemas.openxmlformats.org/officeDocument/2006/relationships/notesSlide" Target="/ppt/notesSlides/notesSlide38.xml" Id="R9ee9a9cccbdf44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先把空白頁跑起來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70 筆 HWDC 公開議程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額度與求助方式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04B0F0-A286-4C16-AE9D-AF725FD0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先看餘額，再開始實作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397567-1196-4964-84ED-37F830CA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免費建置額度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FC92C-496F-4DD3-B6D3-35BB01D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點／日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F031012-4C42-4D3F-8F02-53A73661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另有每月 30 點上限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每次建置耗點依任務而異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D3031A-CF45-400F-B89D-DCF87A8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 5 點已用完？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5EC92A5-F6E7-4028-BCA5-DB73FE16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813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請先向講師示意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709311A-29EC-461D-BBE8-15C9BF7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147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講師私下提供群組加入方式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D223ADC-F623-4DB2-AE76-1DAD6930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482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加入後確認可繼續實作</a:t>
            </a:r>
          </a:p>
        </p:txBody>
      </p:sp>
      <p:sp>
        <p:nvSpPr>
          <p:cNvPr id="12" name="group-fallback">
            <a:extLst xmlns:a="http://schemas.openxmlformats.org/drawingml/2006/main">
              <a:ext uri="{FF2B5EF4-FFF2-40B4-BE49-F238E27FC236}">
                <a16:creationId xmlns:a16="http://schemas.microsoft.com/office/drawing/2014/main" id="{BD9B612A-2F47-4CDC-BE22-AFC1615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若仍無法建置或卡關超過 2 分鐘，保留紀錄後使用離線版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7" name="speaker-credentials">
            <a:extLst xmlns:a="http://schemas.openxmlformats.org/drawingml/2006/main">
              <a:ext uri="{FF2B5EF4-FFF2-40B4-BE49-F238E27FC236}">
                <a16:creationId xmlns:a16="http://schemas.microsoft.com/office/drawing/2014/main" id="{A9680F8C-024A-4B90-84F1-B5F1833D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Google Developer Expert　／　LINE Expert</a:t>
            </a:r>
          </a:p>
        </p:txBody>
      </p:sp>
      <p:sp>
        <p:nvSpPr>
          <p:cNvPr id="8" name="speaker-expertise">
            <a:extLst xmlns:a="http://schemas.openxmlformats.org/drawingml/2006/main">
              <a:ext uri="{FF2B5EF4-FFF2-40B4-BE49-F238E27FC236}">
                <a16:creationId xmlns:a16="http://schemas.microsoft.com/office/drawing/2014/main" id="{E6BA29FC-300C-459B-9470-41D1FB5B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AI 人機協作與程式開發教學　／　技術書作者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7BD5DE1-79AF-45D0-9F0B-AE7E862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86107-7404-4401-BC6C-28C1A2DCE8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c80fce6584e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0796"/>
            <a:ext cx="7810500" cy="4609907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274AAF4-28C6-4503-B554-092F6BDD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查詢議程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7E15D00-CDA1-432F-B92C-5B4529C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收藏並保留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E02DF01-B565-4815-BF76-78F3092A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第二輪加入衝堂提示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51A040F-ADE5-4164-81E4-8C238429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4389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真實議程參考解答，UI 只是其中一種可能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學習目標與流程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C847ED-4025-4B33-860D-45AC6CD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每一步都留下可檢查的成果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767BC4-7FFC-4C1F-9B58-5A96620E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1AF4BE6-6859-4ADB-A389-4408301A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同一份真實附件、UX 一致，UI 自由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CC26D08-45B2-4C78-87E1-F0831A8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D907031-6F03-4C79-B2B8-A68424E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兩套工具各修改，再做回歸檢查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DD9D4EF-B26F-45B0-B9F7-D831465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441B6AB-7F47-4BFE-B975-07D25411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根據完成度、時間與用量說明選擇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3489EFB-C854-4510-8B38-8EDD8C47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最後互相試用：相同任務，不同介面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46A60-E29B-406F-849D-BEC78B3902EE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 AI 工具的開發流程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上傳議程附件、貼短提示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平台生成、開啟預覽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通用 AI（Codex App）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 starter、貼相同提示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Agent 建置、開啟本機預覽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同一份資料與 UX 驗收標準，UI 自由發揮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F8250-FD39-4EBC-889C-3D63665A2E07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兩天 70 筆、日期清楚、可搜尋講者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日期與主題篩選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條件同時生效，多標籤皆可查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比較任務能否完成；色彩、版型與視覺風格自由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先上傳 hwdc-agenda-2026.json；附件位置與網址見下一頁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直接複製這四句，UI 由你或 Agent 自由發揮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資料附件與來源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下載同一份 JSON，再上傳至 Lovable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官方議程（公開來源）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e96e558a99d4df4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上傳附件：hwdc-agenda-2026.json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教材包位置：HWDC-workshop/materials/hwdc-agenda-2026.json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GitHub 附件（私人 repo，需存取權）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ad39e56aca304b17"/>
              </a:rPr>
              <a:t>https://github.com/Wolke/hwdc-2026-ai-cli-vs-lovable/blob/main/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66bca85d1b84a9d"/>
              </a:rPr>
              <a:t>HWDC-workshop/materials/hwdc-agenda-2026.json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兩天共 70 筆｜2026-10-13 快照｜兩套工具使用同一份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送出短提示與 HWDC 議程附件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搜尋、日期與主題條件要一起成立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BFD07-9E13-4669-96B8-02F77A3C8F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30227752341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搜尋林建宏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日期選 10/14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選相符主題：1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A3：改成 10/15 或不相符主題時，應為 0 筆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指定資料檔，貼短提示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 UX 任務，讓 Agent 決定畫面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開啟獨立 starter，直接貼上以下內容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資料檔：src/sessions.json（與 HWDC 議程附件相同）。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資料與 Lovable 相同；完成後依 A1–A6 驗收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短提示＋相同 HWDC 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66F09-01E4-4B3E-8E10-0CF706DC1E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b8b6729064b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4996、5030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7447A-177D-4A6A-8A30-78E0CB67D8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a8dd3219c4c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150AC-1BF6-4F7D-90EB-FD023F079FB4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時間關係（10/14）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5030 + 5009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15:30–17:30／15:15–15:45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+ 5018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13:00–15:00／13:30–14:00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+ 4993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13:00–15:00／13:00–15:00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4957 + 4958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10:00–10:10／10:10–10:55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日期也要一起比較：4996（10/14）與 4992（10/15）不衝堂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 prompt：衝堂提醒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在自己的初版專案繼續，兩套工具使用相同提示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請在「我的議程」加上衝堂提醒，指出時間重疊的收藏，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讓我自己決定要不要取消。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要看全部收藏，不受搜尋或篩選影響；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一場結束剛好接下一場不算衝堂，不同日期也不要混在一起。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請保留原本的收藏和功能，取消收藏後立即更新提醒。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完成後讓我試用。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送出前保留收藏；修改後檢查 B1–B6 與原有功能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5BE55-A7B7-4D83-99EA-7AEDEAD62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d13d5cdfd41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4957 與 4958 於 10:10 相接，不誤報衝堂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上一輪彩排觀察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舊條件：長提示、12 筆合成資料、指定配色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650C8-4D36-473B-8795-720AE1B8D066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AI 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初版含驗收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修改含回歸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 分 22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核心 3 分 33 秒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手機於截止後補測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55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3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看過解答且交錯操作，非工具排名；新版短提示尚未重測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 prompt：首尾相接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以下是刻意植入錯誤的教學案例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23429"/>
                </a:solidFill>
                <a:latin typeface="Heiti TC"/>
                <a:ea typeface="Heiti TC"/>
                <a:cs typeface="Heiti TC"/>
              </a:rPr>
              <a:t>錯誤：a.start &lt;= b.end &amp;&amp; b.start &lt;= a.end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修正：a.start &lt; b.end &amp;&amp; b.start &lt;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可直接貼上的除錯提示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我操作「＿＿」時，出現「＿＿」，但我預期是「＿＿」。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請重現並修好，保留現有收藏與其他功能。修好後告訴我怎麼確認。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（有錯誤訊息或畫面時，再附上。）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本例：收藏 4957、4958 卻提醒衝堂；預期首尾相接不提醒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費用與開發工時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4B8D309-ED7C-428C-9D94-CBBED39E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固定費用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BCAC6D-D942-4107-BF54-9A61D915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訂閱費與分攤假設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F3A09DC-81D3-4B04-9BEC-2227F9B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額外用量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E982525-9AD2-4917-882A-5399CB36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加購、API 費用及原始單位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45DE7A4-7FC3-48B3-BA56-C9D0C453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人的投入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5FF8DB5-D87E-494F-858E-4C03C642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主動操作與等待分開記錄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338A73-E415-4199-AC73-F02589D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專案估算＝訂閱分攤＋額外用量費＋人工作業時數 × 時薪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同一個 UX，不同的 UI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讓同學試用相同任務，再討論操作差異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182FE-0679-4595-8269-89ABF59ED7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1d8ddb32d42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找到想聽的議程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收藏後能找回來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衝堂看得懂、能處理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視覺風格各自發揮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參考畫面非標準答案；390px 仍須可操作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0C2EB-CCCB-4CA5-8E3A-90244B9759B9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 UX 邏輯，不要求畫面長一樣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15B62-0B19-4324-ACF4-EFCE9B8058A6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905250"/>
                <a:gridCol w="3962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餘額與未完成項目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向講師取得群組加入方式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當下畫面與時間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指令與錯誤原文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group-fallback">
            <a:extLst xmlns:a="http://schemas.openxmlformats.org/drawingml/2006/main">
              <a:ext uri="{FF2B5EF4-FFF2-40B4-BE49-F238E27FC236}">
                <a16:creationId xmlns:a16="http://schemas.microsoft.com/office/drawing/2014/main" id="{4FC2B5E4-8189-42B7-BEE1-552D4D81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延伸 prompt：匯出行事曆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選做練習，不占正式課程的 15／5 分鐘比較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請讓我把全部收藏下載成 .ics 行事曆檔，不受搜尋或篩選影響，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匯入後要有正確的議程名稱、日期時間與會議室。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請保留原有收藏與功能，沒有收藏時提示我先收藏。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完成後給我檔案，並說明怎麼驗證匯入結果。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檢查：兩場都匯入、日期時間與中文正確、原功能仍可用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6aeab8296f24d12"/>
              </a:rPr>
              <a:t>格式參考：https://www.rfc-editor.org/rfc/rfc5545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94576-C7F5-4832-A4B9-CD552DFD673E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資料與官方參考網址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查核日期：2026-10-13；JSON 附件完整網址見第 12 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議程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47efeae92b44451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技術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0875a3d8b9f4332"/>
              </a:rPr>
              <a:t>https://docs.lovable.dev/introduction/faq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909c737f3954354"/>
              </a:rPr>
              <a:t>https://docs.lovable.dev/introduction/credits-and-usage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</a:t>
            </a:r>
          </a:p>
        </p:txBody>
      </p:sp>
      <p:sp>
        <p:nvSpPr>
          <p:cNvPr id="12" name="v4-38-8">
            <a:extLst xmlns:a="http://schemas.openxmlformats.org/drawingml/2006/main">
              <a:ext uri="{FF2B5EF4-FFF2-40B4-BE49-F238E27FC236}">
                <a16:creationId xmlns:a16="http://schemas.microsoft.com/office/drawing/2014/main" id="{EC86F266-742B-4101-B852-7FEC9F5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460224851c5a4ba3"/>
              </a:rPr>
              <a:t>https://learn.chatgpt.com/docs/quickstart</a:t>
            </a:r>
          </a:p>
        </p:txBody>
      </p:sp>
      <p:sp>
        <p:nvSpPr>
          <p:cNvPr id="13" name="v4-38-9">
            <a:extLst xmlns:a="http://schemas.openxmlformats.org/drawingml/2006/main">
              <a:ext uri="{FF2B5EF4-FFF2-40B4-BE49-F238E27FC236}">
                <a16:creationId xmlns:a16="http://schemas.microsoft.com/office/drawing/2014/main" id="{A4F7825E-40B9-479F-8266-C734AB5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登入／計費</a:t>
            </a:r>
          </a:p>
        </p:txBody>
      </p:sp>
      <p:sp>
        <p:nvSpPr>
          <p:cNvPr id="14" name="v4-38-10">
            <a:extLst xmlns:a="http://schemas.openxmlformats.org/drawingml/2006/main">
              <a:ext uri="{FF2B5EF4-FFF2-40B4-BE49-F238E27FC236}">
                <a16:creationId xmlns:a16="http://schemas.microsoft.com/office/drawing/2014/main" id="{7208D0E7-AF9A-4A6F-B490-C00171C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0d9a3f50401c4860"/>
              </a:rPr>
              <a:t>https://learn.chatgpt.com/docs/auth</a:t>
            </a:r>
          </a:p>
        </p:txBody>
      </p:sp>
      <p:sp>
        <p:nvSpPr>
          <p:cNvPr id="15" name="v4-38-11">
            <a:extLst xmlns:a="http://schemas.openxmlformats.org/drawingml/2006/main">
              <a:ext uri="{FF2B5EF4-FFF2-40B4-BE49-F238E27FC236}">
                <a16:creationId xmlns:a16="http://schemas.microsoft.com/office/drawing/2014/main" id="{5B76C102-FC49-4639-BF42-A49ED62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行事曆格式</a:t>
            </a:r>
          </a:p>
        </p:txBody>
      </p:sp>
      <p:sp>
        <p:nvSpPr>
          <p:cNvPr id="16" name="v4-38-12">
            <a:extLst xmlns:a="http://schemas.openxmlformats.org/drawingml/2006/main">
              <a:ext uri="{FF2B5EF4-FFF2-40B4-BE49-F238E27FC236}">
                <a16:creationId xmlns:a16="http://schemas.microsoft.com/office/drawing/2014/main" id="{0B9DD709-96CE-45FC-BBF2-ADBDAB3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625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cebc16435e34b7c"/>
              </a:rPr>
              <a:t>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2026-10-13T07:09:40.1890000Z</dcterms:created>
  <dcterms:modified xsi:type="dcterms:W3CDTF">2026-10-13T07:09:40.1890000Z</dcterms:modified>
</coreProperties>
</file>