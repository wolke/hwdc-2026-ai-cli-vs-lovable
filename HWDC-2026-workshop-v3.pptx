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7670db7cdc4252" /><Relationship Type="http://schemas.openxmlformats.org/officeDocument/2006/relationships/extended-properties" Target="/docProps/app.xml" Id="R6e9b4559366742df" /><Relationship Type="http://schemas.openxmlformats.org/officeDocument/2006/relationships/officeDocument" Target="/ppt/presentation.xml" Id="R7dda821e20b442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17a7be496a476a"/>
  </p:sldMasterIdLst>
  <p:notesMasterIdLst>
    <p:notesMasterId xmlns:r="http://schemas.openxmlformats.org/officeDocument/2006/relationships" r:id="R94aa9e62f5144ee9"/>
  </p:notesMasterIdLst>
  <p:sldIdLst>
    <p:sldId xmlns:r="http://schemas.openxmlformats.org/officeDocument/2006/relationships" id="256" r:id="Re175b1584d8844a9"/>
    <p:sldId xmlns:r="http://schemas.openxmlformats.org/officeDocument/2006/relationships" id="257" r:id="R17591c43d5b74c7d"/>
    <p:sldId xmlns:r="http://schemas.openxmlformats.org/officeDocument/2006/relationships" id="258" r:id="R24ee90bf17e74e40"/>
    <p:sldId xmlns:r="http://schemas.openxmlformats.org/officeDocument/2006/relationships" id="259" r:id="R59e96b830e4a44ce"/>
    <p:sldId xmlns:r="http://schemas.openxmlformats.org/officeDocument/2006/relationships" id="260" r:id="R2d1e88dccaf74c21"/>
    <p:sldId xmlns:r="http://schemas.openxmlformats.org/officeDocument/2006/relationships" id="261" r:id="R07f63fea0b2747d5"/>
    <p:sldId xmlns:r="http://schemas.openxmlformats.org/officeDocument/2006/relationships" id="262" r:id="R712726d703704520"/>
    <p:sldId xmlns:r="http://schemas.openxmlformats.org/officeDocument/2006/relationships" id="263" r:id="R1ade4be1fbfc48f6"/>
    <p:sldId xmlns:r="http://schemas.openxmlformats.org/officeDocument/2006/relationships" id="264" r:id="Rd4cd5939b81a4707"/>
    <p:sldId xmlns:r="http://schemas.openxmlformats.org/officeDocument/2006/relationships" id="265" r:id="Ra674a4c3634c4a8f"/>
    <p:sldId xmlns:r="http://schemas.openxmlformats.org/officeDocument/2006/relationships" id="266" r:id="R19e8d278372d47a0"/>
    <p:sldId xmlns:r="http://schemas.openxmlformats.org/officeDocument/2006/relationships" id="267" r:id="R87a80666b1bb451f"/>
    <p:sldId xmlns:r="http://schemas.openxmlformats.org/officeDocument/2006/relationships" id="268" r:id="Rf7d2cf3cbe294caa"/>
    <p:sldId xmlns:r="http://schemas.openxmlformats.org/officeDocument/2006/relationships" id="269" r:id="R6b654240fd2243a6"/>
    <p:sldId xmlns:r="http://schemas.openxmlformats.org/officeDocument/2006/relationships" id="270" r:id="Re15010f15c2248dc"/>
    <p:sldId xmlns:r="http://schemas.openxmlformats.org/officeDocument/2006/relationships" id="271" r:id="R953009b7284946ce"/>
    <p:sldId xmlns:r="http://schemas.openxmlformats.org/officeDocument/2006/relationships" id="272" r:id="R0a5eb2d8bd284455"/>
    <p:sldId xmlns:r="http://schemas.openxmlformats.org/officeDocument/2006/relationships" id="273" r:id="R900dca993cd14dbd"/>
    <p:sldId xmlns:r="http://schemas.openxmlformats.org/officeDocument/2006/relationships" id="274" r:id="R99875d9e46e049c7"/>
    <p:sldId xmlns:r="http://schemas.openxmlformats.org/officeDocument/2006/relationships" id="275" r:id="Rdec0e9a8a831402a"/>
    <p:sldId xmlns:r="http://schemas.openxmlformats.org/officeDocument/2006/relationships" id="276" r:id="R0882ecd928e641c9"/>
    <p:sldId xmlns:r="http://schemas.openxmlformats.org/officeDocument/2006/relationships" id="277" r:id="R08ba150b1bc1432f"/>
    <p:sldId xmlns:r="http://schemas.openxmlformats.org/officeDocument/2006/relationships" id="278" r:id="Rbb186095bccc4a4e"/>
    <p:sldId xmlns:r="http://schemas.openxmlformats.org/officeDocument/2006/relationships" id="279" r:id="Re9beabca01f4458e"/>
    <p:sldId xmlns:r="http://schemas.openxmlformats.org/officeDocument/2006/relationships" id="280" r:id="Rb7f1851fcf364517"/>
    <p:sldId xmlns:r="http://schemas.openxmlformats.org/officeDocument/2006/relationships" id="281" r:id="R86bfde5f25d449eb"/>
    <p:sldId xmlns:r="http://schemas.openxmlformats.org/officeDocument/2006/relationships" id="282" r:id="Rc6a13f3521474f49"/>
    <p:sldId xmlns:r="http://schemas.openxmlformats.org/officeDocument/2006/relationships" id="283" r:id="R65d0ad8c411e4c42"/>
    <p:sldId xmlns:r="http://schemas.openxmlformats.org/officeDocument/2006/relationships" id="284" r:id="Rc31e0b5c09eb4067"/>
    <p:sldId xmlns:r="http://schemas.openxmlformats.org/officeDocument/2006/relationships" id="285" r:id="Rcafbf1c6a4d74792"/>
    <p:sldId xmlns:r="http://schemas.openxmlformats.org/officeDocument/2006/relationships" id="286" r:id="R2c360e40f9324ad4"/>
    <p:sldId xmlns:r="http://schemas.openxmlformats.org/officeDocument/2006/relationships" id="287" r:id="Rbcc1adab23c1428d"/>
    <p:sldId xmlns:r="http://schemas.openxmlformats.org/officeDocument/2006/relationships" id="288" r:id="Rddb3accd69d84171"/>
    <p:sldId xmlns:r="http://schemas.openxmlformats.org/officeDocument/2006/relationships" id="289" r:id="R1c32cb1bb9da4537"/>
    <p:sldId xmlns:r="http://schemas.openxmlformats.org/officeDocument/2006/relationships" id="290" r:id="R5dc87a5f5e134d40"/>
    <p:sldId xmlns:r="http://schemas.openxmlformats.org/officeDocument/2006/relationships" id="291" r:id="R30fb62e904be4876"/>
    <p:sldId xmlns:r="http://schemas.openxmlformats.org/officeDocument/2006/relationships" id="292" r:id="R4d02f1ba39054144"/>
    <p:sldId xmlns:r="http://schemas.openxmlformats.org/officeDocument/2006/relationships" id="293" r:id="Ra87c236ae519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d2b7a003214185" /><Relationship Type="http://schemas.openxmlformats.org/officeDocument/2006/relationships/slideMaster" Target="/ppt/slideMasters/slideMaster1.xml" Id="R4917a7be496a476a" /><Relationship Type="http://schemas.openxmlformats.org/officeDocument/2006/relationships/notesMaster" Target="/ppt/notesMasters/notesMaster1.xml" Id="R94aa9e62f5144ee9" /><Relationship Type="http://schemas.openxmlformats.org/officeDocument/2006/relationships/presProps" Target="/ppt/presProps.xml" Id="R72a27e4c1a144c49" /><Relationship Type="http://schemas.openxmlformats.org/officeDocument/2006/relationships/tableStyles" Target="/ppt/tableStyles.xml" Id="R4210aa6c22034ef8" /><Relationship Type="http://schemas.openxmlformats.org/officeDocument/2006/relationships/slide" Target="/ppt/slides/slide1.xml" Id="Re175b1584d8844a9" /><Relationship Type="http://schemas.openxmlformats.org/officeDocument/2006/relationships/slide" Target="/ppt/slides/slide2.xml" Id="R17591c43d5b74c7d" /><Relationship Type="http://schemas.openxmlformats.org/officeDocument/2006/relationships/slide" Target="/ppt/slides/slide3.xml" Id="R24ee90bf17e74e40" /><Relationship Type="http://schemas.openxmlformats.org/officeDocument/2006/relationships/slide" Target="/ppt/slides/slide4.xml" Id="R59e96b830e4a44ce" /><Relationship Type="http://schemas.openxmlformats.org/officeDocument/2006/relationships/slide" Target="/ppt/slides/slide5.xml" Id="R2d1e88dccaf74c21" /><Relationship Type="http://schemas.openxmlformats.org/officeDocument/2006/relationships/slide" Target="/ppt/slides/slide6.xml" Id="R07f63fea0b2747d5" /><Relationship Type="http://schemas.openxmlformats.org/officeDocument/2006/relationships/slide" Target="/ppt/slides/slide7.xml" Id="R712726d703704520" /><Relationship Type="http://schemas.openxmlformats.org/officeDocument/2006/relationships/slide" Target="/ppt/slides/slide8.xml" Id="R1ade4be1fbfc48f6" /><Relationship Type="http://schemas.openxmlformats.org/officeDocument/2006/relationships/slide" Target="/ppt/slides/slide9.xml" Id="Rd4cd5939b81a4707" /><Relationship Type="http://schemas.openxmlformats.org/officeDocument/2006/relationships/slide" Target="/ppt/slides/slide10.xml" Id="Ra674a4c3634c4a8f" /><Relationship Type="http://schemas.openxmlformats.org/officeDocument/2006/relationships/slide" Target="/ppt/slides/slide11.xml" Id="R19e8d278372d47a0" /><Relationship Type="http://schemas.openxmlformats.org/officeDocument/2006/relationships/slide" Target="/ppt/slides/slide12.xml" Id="R87a80666b1bb451f" /><Relationship Type="http://schemas.openxmlformats.org/officeDocument/2006/relationships/slide" Target="/ppt/slides/slide13.xml" Id="Rf7d2cf3cbe294caa" /><Relationship Type="http://schemas.openxmlformats.org/officeDocument/2006/relationships/slide" Target="/ppt/slides/slide14.xml" Id="R6b654240fd2243a6" /><Relationship Type="http://schemas.openxmlformats.org/officeDocument/2006/relationships/slide" Target="/ppt/slides/slide15.xml" Id="Re15010f15c2248dc" /><Relationship Type="http://schemas.openxmlformats.org/officeDocument/2006/relationships/slide" Target="/ppt/slides/slide16.xml" Id="R953009b7284946ce" /><Relationship Type="http://schemas.openxmlformats.org/officeDocument/2006/relationships/slide" Target="/ppt/slides/slide17.xml" Id="R0a5eb2d8bd284455" /><Relationship Type="http://schemas.openxmlformats.org/officeDocument/2006/relationships/slide" Target="/ppt/slides/slide18.xml" Id="R900dca993cd14dbd" /><Relationship Type="http://schemas.openxmlformats.org/officeDocument/2006/relationships/slide" Target="/ppt/slides/slide19.xml" Id="R99875d9e46e049c7" /><Relationship Type="http://schemas.openxmlformats.org/officeDocument/2006/relationships/slide" Target="/ppt/slides/slide20.xml" Id="Rdec0e9a8a831402a" /><Relationship Type="http://schemas.openxmlformats.org/officeDocument/2006/relationships/slide" Target="/ppt/slides/slide21.xml" Id="R0882ecd928e641c9" /><Relationship Type="http://schemas.openxmlformats.org/officeDocument/2006/relationships/slide" Target="/ppt/slides/slide22.xml" Id="R08ba150b1bc1432f" /><Relationship Type="http://schemas.openxmlformats.org/officeDocument/2006/relationships/slide" Target="/ppt/slides/slide23.xml" Id="Rbb186095bccc4a4e" /><Relationship Type="http://schemas.openxmlformats.org/officeDocument/2006/relationships/slide" Target="/ppt/slides/slide24.xml" Id="Re9beabca01f4458e" /><Relationship Type="http://schemas.openxmlformats.org/officeDocument/2006/relationships/slide" Target="/ppt/slides/slide25.xml" Id="Rb7f1851fcf364517" /><Relationship Type="http://schemas.openxmlformats.org/officeDocument/2006/relationships/slide" Target="/ppt/slides/slide26.xml" Id="R86bfde5f25d449eb" /><Relationship Type="http://schemas.openxmlformats.org/officeDocument/2006/relationships/slide" Target="/ppt/slides/slide27.xml" Id="Rc6a13f3521474f49" /><Relationship Type="http://schemas.openxmlformats.org/officeDocument/2006/relationships/slide" Target="/ppt/slides/slide28.xml" Id="R65d0ad8c411e4c42" /><Relationship Type="http://schemas.openxmlformats.org/officeDocument/2006/relationships/slide" Target="/ppt/slides/slide29.xml" Id="Rc31e0b5c09eb4067" /><Relationship Type="http://schemas.openxmlformats.org/officeDocument/2006/relationships/slide" Target="/ppt/slides/slide30.xml" Id="Rcafbf1c6a4d74792" /><Relationship Type="http://schemas.openxmlformats.org/officeDocument/2006/relationships/slide" Target="/ppt/slides/slide31.xml" Id="R2c360e40f9324ad4" /><Relationship Type="http://schemas.openxmlformats.org/officeDocument/2006/relationships/slide" Target="/ppt/slides/slide32.xml" Id="Rbcc1adab23c1428d" /><Relationship Type="http://schemas.openxmlformats.org/officeDocument/2006/relationships/slide" Target="/ppt/slides/slide33.xml" Id="Rddb3accd69d84171" /><Relationship Type="http://schemas.openxmlformats.org/officeDocument/2006/relationships/slide" Target="/ppt/slides/slide34.xml" Id="R1c32cb1bb9da4537" /><Relationship Type="http://schemas.openxmlformats.org/officeDocument/2006/relationships/slide" Target="/ppt/slides/slide35.xml" Id="R5dc87a5f5e134d40" /><Relationship Type="http://schemas.openxmlformats.org/officeDocument/2006/relationships/slide" Target="/ppt/slides/slide36.xml" Id="R30fb62e904be4876" /><Relationship Type="http://schemas.openxmlformats.org/officeDocument/2006/relationships/slide" Target="/ppt/slides/slide37.xml" Id="R4d02f1ba39054144" /><Relationship Type="http://schemas.openxmlformats.org/officeDocument/2006/relationships/slide" Target="/ppt/slides/slide38.xml" Id="Ra87c236ae519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420373da148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66ec8d8874d6a" /><Relationship Type="http://schemas.openxmlformats.org/officeDocument/2006/relationships/notesMaster" Target="/ppt/notesMasters/notesMaster1.xml" Id="Rcf4a17e6268049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3d2fcd6cd34790" /><Relationship Type="http://schemas.openxmlformats.org/officeDocument/2006/relationships/notesMaster" Target="/ppt/notesMasters/notesMaster1.xml" Id="R089eba76f7d24e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75087e638b4ce3" /><Relationship Type="http://schemas.openxmlformats.org/officeDocument/2006/relationships/notesMaster" Target="/ppt/notesMasters/notesMaster1.xml" Id="Rd70f5cbceccf48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73a51146454faf" /><Relationship Type="http://schemas.openxmlformats.org/officeDocument/2006/relationships/notesMaster" Target="/ppt/notesMasters/notesMaster1.xml" Id="R8d88941e02364a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7698d1d4334931" /><Relationship Type="http://schemas.openxmlformats.org/officeDocument/2006/relationships/notesMaster" Target="/ppt/notesMasters/notesMaster1.xml" Id="R5e17369bf3ec47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588ea7bcb44a06" /><Relationship Type="http://schemas.openxmlformats.org/officeDocument/2006/relationships/notesMaster" Target="/ppt/notesMasters/notesMaster1.xml" Id="R65033c0be9c14d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bb670083534c5e" /><Relationship Type="http://schemas.openxmlformats.org/officeDocument/2006/relationships/notesMaster" Target="/ppt/notesMasters/notesMaster1.xml" Id="Rdb0eacac314343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99aac136c441e3" /><Relationship Type="http://schemas.openxmlformats.org/officeDocument/2006/relationships/notesMaster" Target="/ppt/notesMasters/notesMaster1.xml" Id="R1bcfa312589449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f1000279ec4934" /><Relationship Type="http://schemas.openxmlformats.org/officeDocument/2006/relationships/notesMaster" Target="/ppt/notesMasters/notesMaster1.xml" Id="Ra0002aaba6c94e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eeebb3b8294076" /><Relationship Type="http://schemas.openxmlformats.org/officeDocument/2006/relationships/notesMaster" Target="/ppt/notesMasters/notesMaster1.xml" Id="R7afa4353f1ef46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1c440cdce2499a" /><Relationship Type="http://schemas.openxmlformats.org/officeDocument/2006/relationships/notesMaster" Target="/ppt/notesMasters/notesMaster1.xml" Id="R8f467b91648c4f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b4877917a84447" /><Relationship Type="http://schemas.openxmlformats.org/officeDocument/2006/relationships/notesMaster" Target="/ppt/notesMasters/notesMaster1.xml" Id="R296a3c3db82f4e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a1e8cc619f4467" /><Relationship Type="http://schemas.openxmlformats.org/officeDocument/2006/relationships/notesMaster" Target="/ppt/notesMasters/notesMaster1.xml" Id="Rd60ad3d2e67443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d8a99a9ad648d2" /><Relationship Type="http://schemas.openxmlformats.org/officeDocument/2006/relationships/notesMaster" Target="/ppt/notesMasters/notesMaster1.xml" Id="Rc46293ca6e3e48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e1fb7792cb479b" /><Relationship Type="http://schemas.openxmlformats.org/officeDocument/2006/relationships/notesMaster" Target="/ppt/notesMasters/notesMaster1.xml" Id="Rc8cdfb30e45447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0f300a20f44c53" /><Relationship Type="http://schemas.openxmlformats.org/officeDocument/2006/relationships/notesMaster" Target="/ppt/notesMasters/notesMaster1.xml" Id="Rb1686cbf40f745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1a0e5aad504bef" /><Relationship Type="http://schemas.openxmlformats.org/officeDocument/2006/relationships/notesMaster" Target="/ppt/notesMasters/notesMaster1.xml" Id="Rf4a5e39796a64f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3db0096b1f434e" /><Relationship Type="http://schemas.openxmlformats.org/officeDocument/2006/relationships/notesMaster" Target="/ppt/notesMasters/notesMaster1.xml" Id="R7f9394de8eb240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167721b7074d10" /><Relationship Type="http://schemas.openxmlformats.org/officeDocument/2006/relationships/notesMaster" Target="/ppt/notesMasters/notesMaster1.xml" Id="Rc12b2bc59d5241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a69d722a2f43a6" /><Relationship Type="http://schemas.openxmlformats.org/officeDocument/2006/relationships/notesMaster" Target="/ppt/notesMasters/notesMaster1.xml" Id="R2d4389e35cd647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37d603d0694de2" /><Relationship Type="http://schemas.openxmlformats.org/officeDocument/2006/relationships/notesMaster" Target="/ppt/notesMasters/notesMaster1.xml" Id="R6a8cd0a69c7248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c737850eab54629" /><Relationship Type="http://schemas.openxmlformats.org/officeDocument/2006/relationships/notesMaster" Target="/ppt/notesMasters/notesMaster1.xml" Id="R4c8b9ecb7cc84d1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99e0c43475497f" /><Relationship Type="http://schemas.openxmlformats.org/officeDocument/2006/relationships/notesMaster" Target="/ppt/notesMasters/notesMaster1.xml" Id="R5bfac199b04945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05dab8ccff490e" /><Relationship Type="http://schemas.openxmlformats.org/officeDocument/2006/relationships/notesMaster" Target="/ppt/notesMasters/notesMaster1.xml" Id="R39cbb81f57d7402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d79ed357634511" /><Relationship Type="http://schemas.openxmlformats.org/officeDocument/2006/relationships/notesMaster" Target="/ppt/notesMasters/notesMaster1.xml" Id="R41815249264a44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48ed1f0d0a94eab" /><Relationship Type="http://schemas.openxmlformats.org/officeDocument/2006/relationships/notesMaster" Target="/ppt/notesMasters/notesMaster1.xml" Id="R5510973cb6754aa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5401caa7bbc4223" /><Relationship Type="http://schemas.openxmlformats.org/officeDocument/2006/relationships/notesMaster" Target="/ppt/notesMasters/notesMaster1.xml" Id="R915c02c5410c43c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a3d0ffb20c49d6" /><Relationship Type="http://schemas.openxmlformats.org/officeDocument/2006/relationships/notesMaster" Target="/ppt/notesMasters/notesMaster1.xml" Id="R3dd15db69ce2438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31cc067eccd4295" /><Relationship Type="http://schemas.openxmlformats.org/officeDocument/2006/relationships/notesMaster" Target="/ppt/notesMasters/notesMaster1.xml" Id="Rdb89f7207118415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b92fd5f0e4c4184" /><Relationship Type="http://schemas.openxmlformats.org/officeDocument/2006/relationships/notesMaster" Target="/ppt/notesMasters/notesMaster1.xml" Id="R803aba988aca4f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d22094eb99a4651" /><Relationship Type="http://schemas.openxmlformats.org/officeDocument/2006/relationships/notesMaster" Target="/ppt/notesMasters/notesMaster1.xml" Id="Rf6b890949fce425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a22a37657154899" /><Relationship Type="http://schemas.openxmlformats.org/officeDocument/2006/relationships/notesMaster" Target="/ppt/notesMasters/notesMaster1.xml" Id="R97a22cd7dab3429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b272fcfc1b649cd" /><Relationship Type="http://schemas.openxmlformats.org/officeDocument/2006/relationships/notesMaster" Target="/ppt/notesMasters/notesMaster1.xml" Id="R1d0b0cafacbc41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2c3ddb04b704ae0" /><Relationship Type="http://schemas.openxmlformats.org/officeDocument/2006/relationships/notesMaster" Target="/ppt/notesMasters/notesMaster1.xml" Id="R98d4634253c445a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e1fa6db896e471b" /><Relationship Type="http://schemas.openxmlformats.org/officeDocument/2006/relationships/notesMaster" Target="/ppt/notesMasters/notesMaster1.xml" Id="R05603de772c54e7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a76f83f16f14e8b" /><Relationship Type="http://schemas.openxmlformats.org/officeDocument/2006/relationships/notesMaster" Target="/ppt/notesMasters/notesMaster1.xml" Id="R4b555ab73352452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752081c4f8d474b" /><Relationship Type="http://schemas.openxmlformats.org/officeDocument/2006/relationships/notesMaster" Target="/ppt/notesMasters/notesMaster1.xml" Id="R9b4ec29213844a9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c9c64f2d0694114" /><Relationship Type="http://schemas.openxmlformats.org/officeDocument/2006/relationships/notesMaster" Target="/ppt/notesMasters/notesMaster1.xml" Id="Ra3fbd614ff5b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點已經用完，請先向我示意，我會私下提供群組加入方式。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講述：免費建置額度不是固定五次提示。如果今天的 5 點已用完，或可用額度不足，請向我示意，我會私下提供群組加入方式。加入後依現場安排確認是否能繼續實作。若仍無法建置，保留當下狀態，使用離線版完成驗收練習。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操作：查看帳號餘額。由講師私下提供邀請並協助加入群組，確認實作入口可用。群組加入屬環境準備，另外記錄設定時間。指出離線版本作為下一層備援。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檢核：每人知道自己的額度來源。額度用完者能向講師取得群組加入方式；仍無法實作者知道離線檔案位置。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時間：13:30–13:31，1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 Wolke。我把自己定位為一名啟發者，透過分享開發經驗，幫助大家理解問題並動手實作。我是 Google Developer Expert、LINE Expert，也是技術書作者，持續分享 AI 人機協作、提示工程與程式開發。今天用同一份 Web 需求，親自觀察兩種工具的建置、修改與驗收。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操作：約 30 秒介紹背景，指出 Medium 文章與著作。接著說明本次以 Codex 桌面 App 示範通用工具，CLI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轉場：先看看今天要完成的作品。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時間：13:31–13:33，2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講述：展示採真實議程附件的參考版。今天要完成的是找議程、收藏、重新整理後保留，再加上衝堂提示。這張畫面只是其中一種 UI，不要求學員模仿。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操作：現場開啟離線參考版，搜尋林建宏，收藏 4996、5030，重新整理，確認收藏仍在。切第二版加入 5018 看提醒。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檢核：請學員說出畫面可見但尚未證明的功能，例如重新整理保存。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轉場：接下來說明今天要留下什麼。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時間：13:33–13:35，2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講述：請舉手讓我知道大家主要使用哪套工具。你可以沿用自己熟悉的工具，只要使用相同需求及資料，並記下條件。今天希望每個人都能留下可操作作品和自己的觀察。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操作：快速詢問工具分布。指出兩段 15 分鐘建置與各 5 分鐘修改。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檢核：確認學員知道可以自選通用工具，不必現場換裝。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轉場：把傳統開發也放進同一個流程來看。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講述：AI 改變產生程式的方式，但需求確認與成果驗收仍需人負責。手工開發用同一份空白專案，允許查官方文件並關閉 AI 補全。手工及兩套 AI 的獨立計時紀錄若未取得，就會明示。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操作：指出一段等待生成的時間與一段人工檢查的時間，都屬於開發流程。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檢核：確認沒有人把參考解答當成手工實測。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邏輯，不固定畫面。所有議程兩天各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講述：設定與套件安裝另計。每輪從開始處理需求或程式計時，驗收也算進去。到截止時沒通過就保留未完成狀態。不要把截止的十五分鐘寫成十五分鐘完成。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做出可試用的第一版。色彩、版型、字型都可以自由發揮。驗收表拿在自己手上，發現缺漏再描述操作與預期。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 hwdc-agenda-2026.json 附件，再只貼 4 句短提示。可以邀請學員補充一個視覺想法，記下差異。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筆資料；不把 UI 相似度當成功條件。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轉場：先從 Lovable 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講述：這份提示已包含所有HWDC 公開議程附件。請用新專案，避免帶入既有功能。平台介面可能調整，以帳號當日畫面為準。如果先顯示計畫，需要進入建置才會改程式。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操作：示範建立專案、上傳 JSON，確認附件存在，再貼短提示送出。額度已用完者私下向講師取得群組加入方式。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轉場：接著指出三份最重要的上下文。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講述：這三份檔案讓需求不只存在聊天裡。以後更換工具或開新的對話時，也能讀到相同基準。驗收文件的作用是留下預期行為，不能由 AI 任意改寫來讓自己通過。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操作：打開三份檔案，示範在提示中引用名稱。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操作：請學員開啟 prompt-revision-v2.txt。指出其中的保留條件及驗收案例。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操作：指出兩個等號，說明最小修改。請學員以 4996+5030 與 4996+5018 成對驗證。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講述：不同平台的點數不能直接當成相同價值。訂閱包含的額度、額外付費與人的時間需要分開。Codex 以 ChatGPT 登入和 API 金鑰登入適用不同計費口徑。公式中的費率與分攤都要寫清楚。 使用講師提供群組者，額度來源要註明；若無法取得個人消耗數據，填未取得，不把講師提供當作工具成本為零。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操作：以學員紀錄表找出可取得與不可取得的欄位。沒有值就保留公式，跨幣別先交代匯率與日期。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檢核：學員不把未知用量當零，也不重複加總除錯時間。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轉場：還有一些影響後續使用的成本，今天只能觀察指標。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講述：讓兩位學員用不同 UI 展示同一任務：找到議程、收藏、看衝堂、決定取消或保留。上一輪 Lovable 在提醒區直接加取消按鈕，Codex 由卡片取消；兩者都能完成，但步驟不同。討論這些操作是否清楚，再分享個人的視覺風格。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秒，再以 60 秒分享差異；不投票選工具冠軍。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檢核：能區分 UX 任務與 UI 表現，使用者找得到下一步。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轉場：謝謝大家，教材可繼續用於課後練習。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的 5 點已用完或額度不足時，講師會私下提供群組加入方式。加入後確認可以繼續操作；若仍無法建置或服務中斷，再使用離線參考版。使用個人額度、講師群組或離線版，皆在紀錄中註明，保留切換原因。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操作：先提供群組加入協助；仍無法接續者，打開 offline/reference-v1.html 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講述：匯出 ICS 是一個很好的需求延伸題。除了把字串拼起來，還要處理時區、文字跳脫、CRLF 與長行折行。參考實作依 RFC 5545 的相關格式，正式使用前仍需驗證目標行事曆。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 extension-ics.md，指出測試例子與下載動作。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操作：需要追溯來源時開啟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a02659ee641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aec1f7c0341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7ee5c27dc41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30ed5f6e74e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4fba5727348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6af48c13144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5f1d8946a44b62" /><Relationship Type="http://schemas.openxmlformats.org/officeDocument/2006/relationships/slideLayout" Target="/ppt/slideLayouts/slideLayout1.xml" Id="Re511f1ab3cb64f27" /><Relationship Type="http://schemas.openxmlformats.org/officeDocument/2006/relationships/slideLayout" Target="/ppt/slideLayouts/slideLayout2.xml" Id="R36c4038200144a77" /><Relationship Type="http://schemas.openxmlformats.org/officeDocument/2006/relationships/slideLayout" Target="/ppt/slideLayouts/slideLayout3.xml" Id="R53afe8e47e354e11" /><Relationship Type="http://schemas.openxmlformats.org/officeDocument/2006/relationships/slideLayout" Target="/ppt/slideLayouts/slideLayout4.xml" Id="R16af642c26d84a0d" /><Relationship Type="http://schemas.openxmlformats.org/officeDocument/2006/relationships/slideLayout" Target="/ppt/slideLayouts/slideLayout5.xml" Id="R5d78c85e1f6c4f10" /><Relationship Type="http://schemas.openxmlformats.org/officeDocument/2006/relationships/slideLayout" Target="/ppt/slideLayouts/slideLayout6.xml" Id="Re7237b0ddc9044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1f1ab3cb64f27"/>
    <p:sldLayoutId xmlns:r="http://schemas.openxmlformats.org/officeDocument/2006/relationships" id="2147483650" r:id="R36c4038200144a77"/>
    <p:sldLayoutId xmlns:r="http://schemas.openxmlformats.org/officeDocument/2006/relationships" id="2147483651" r:id="R53afe8e47e354e11"/>
    <p:sldLayoutId xmlns:r="http://schemas.openxmlformats.org/officeDocument/2006/relationships" id="2147483652" r:id="R16af642c26d84a0d"/>
    <p:sldLayoutId xmlns:r="http://schemas.openxmlformats.org/officeDocument/2006/relationships" id="2147483653" r:id="R5d78c85e1f6c4f10"/>
    <p:sldLayoutId xmlns:r="http://schemas.openxmlformats.org/officeDocument/2006/relationships" id="2147483654" r:id="Re7237b0ddc9044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9823f6cd14b77" /><Relationship Type="http://schemas.openxmlformats.org/officeDocument/2006/relationships/notesSlide" Target="/ppt/notesSlides/notesSlide1.xml" Id="R2c5778d3625c41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f5d6d710a74467" /><Relationship Type="http://schemas.openxmlformats.org/officeDocument/2006/relationships/notesSlide" Target="/ppt/notesSlides/notesSlide2.xml" Id="Rce7847b676c84a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14164d2fd4c0a" /><Relationship Type="http://schemas.openxmlformats.org/officeDocument/2006/relationships/notesSlide" Target="/ppt/notesSlides/notesSlide3.xml" Id="R791d8931a16340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6f5e12ad5468f" /><Relationship Type="http://schemas.openxmlformats.org/officeDocument/2006/relationships/notesSlide" Target="/ppt/notesSlides/notesSlide4.xml" Id="R543e5305076f49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69db00bd6454c" /><Relationship Type="http://schemas.openxmlformats.org/officeDocument/2006/relationships/image" Target="/ppt/media/image.png" Id="R342f1ff852934801" /><Relationship Type="http://schemas.openxmlformats.org/officeDocument/2006/relationships/notesSlide" Target="/ppt/notesSlides/notesSlide5.xml" Id="R42d3f531e7eb4c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db1ffad5d54fb1" /><Relationship Type="http://schemas.openxmlformats.org/officeDocument/2006/relationships/notesSlide" Target="/ppt/notesSlides/notesSlide6.xml" Id="R60b4b134649248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8749bb189e457c" /><Relationship Type="http://schemas.openxmlformats.org/officeDocument/2006/relationships/notesSlide" Target="/ppt/notesSlides/notesSlide7.xml" Id="R49ec8a6a4d5a4b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a0d4c15cd4f26" /><Relationship Type="http://schemas.openxmlformats.org/officeDocument/2006/relationships/notesSlide" Target="/ppt/notesSlides/notesSlide8.xml" Id="R24673d8578804e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2f574becd44d8" /><Relationship Type="http://schemas.openxmlformats.org/officeDocument/2006/relationships/notesSlide" Target="/ppt/notesSlides/notesSlide9.xml" Id="Rf027768b0dbf45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fe354138b411f" /><Relationship Type="http://schemas.openxmlformats.org/officeDocument/2006/relationships/notesSlide" Target="/ppt/notesSlides/notesSlide10.xml" Id="R73ee1413fbc340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1afb1091d419c" /><Relationship Type="http://schemas.openxmlformats.org/officeDocument/2006/relationships/notesSlide" Target="/ppt/notesSlides/notesSlide11.xml" Id="R6731e25f59ab46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513256dc34e62" /><Relationship Type="http://schemas.openxmlformats.org/officeDocument/2006/relationships/notesSlide" Target="/ppt/notesSlides/notesSlide12.xml" Id="Re7c4102e89ad4f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f0649227845f5" /><Relationship Type="http://schemas.openxmlformats.org/officeDocument/2006/relationships/notesSlide" Target="/ppt/notesSlides/notesSlide13.xml" Id="Rc8126ff825b040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45686e90341ba" /><Relationship Type="http://schemas.openxmlformats.org/officeDocument/2006/relationships/image" Target="/ppt/media/image2.png" Id="R9bf9bd64e290447e" /><Relationship Type="http://schemas.openxmlformats.org/officeDocument/2006/relationships/notesSlide" Target="/ppt/notesSlides/notesSlide14.xml" Id="Rfe867ef2c4ce4a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470a231814781" /><Relationship Type="http://schemas.openxmlformats.org/officeDocument/2006/relationships/notesSlide" Target="/ppt/notesSlides/notesSlide15.xml" Id="R2484afce87034c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305de9d304829" /><Relationship Type="http://schemas.openxmlformats.org/officeDocument/2006/relationships/notesSlide" Target="/ppt/notesSlides/notesSlide16.xml" Id="R3d1292b6de8549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b29671a3c4d4c" /><Relationship Type="http://schemas.openxmlformats.org/officeDocument/2006/relationships/notesSlide" Target="/ppt/notesSlides/notesSlide17.xml" Id="R7f04874e9d544b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7410b2b374666" /><Relationship Type="http://schemas.openxmlformats.org/officeDocument/2006/relationships/notesSlide" Target="/ppt/notesSlides/notesSlide18.xml" Id="R36eb8559d26b46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2146441a64d52" /><Relationship Type="http://schemas.openxmlformats.org/officeDocument/2006/relationships/image" Target="/ppt/media/image3.png" Id="R625fd1383c7c4e04" /><Relationship Type="http://schemas.openxmlformats.org/officeDocument/2006/relationships/notesSlide" Target="/ppt/notesSlides/notesSlide19.xml" Id="R27da29a083074b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109da54a84147" /><Relationship Type="http://schemas.openxmlformats.org/officeDocument/2006/relationships/image" Target="/ppt/media/image4.png" Id="R4ea6ccafc29c4c98" /><Relationship Type="http://schemas.openxmlformats.org/officeDocument/2006/relationships/notesSlide" Target="/ppt/notesSlides/notesSlide20.xml" Id="Rfc277f5dabdf43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fd897c16d4deb" /><Relationship Type="http://schemas.openxmlformats.org/officeDocument/2006/relationships/notesSlide" Target="/ppt/notesSlides/notesSlide21.xml" Id="R542619f14344478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8f377e8494d64" /><Relationship Type="http://schemas.openxmlformats.org/officeDocument/2006/relationships/image" Target="/ppt/media/image5.png" Id="R7122edd17dd04f26" /><Relationship Type="http://schemas.openxmlformats.org/officeDocument/2006/relationships/notesSlide" Target="/ppt/notesSlides/notesSlide22.xml" Id="R0904cfb6d0ac46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f07ea09744e4f" /><Relationship Type="http://schemas.openxmlformats.org/officeDocument/2006/relationships/notesSlide" Target="/ppt/notesSlides/notesSlide23.xml" Id="Ra17cf7ddec9b4b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68ae958094d50" /><Relationship Type="http://schemas.openxmlformats.org/officeDocument/2006/relationships/image" Target="/ppt/media/image6.png" Id="R813e269cc1744460" /><Relationship Type="http://schemas.openxmlformats.org/officeDocument/2006/relationships/notesSlide" Target="/ppt/notesSlides/notesSlide24.xml" Id="R8b6e450c01494e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6c77e69ec4f6c" /><Relationship Type="http://schemas.openxmlformats.org/officeDocument/2006/relationships/notesSlide" Target="/ppt/notesSlides/notesSlide25.xml" Id="Rc7d4c31b3c4d48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ae7358f034374" /><Relationship Type="http://schemas.openxmlformats.org/officeDocument/2006/relationships/notesSlide" Target="/ppt/notesSlides/notesSlide26.xml" Id="Raff9e3ee2c334f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552b08edc4073" /><Relationship Type="http://schemas.openxmlformats.org/officeDocument/2006/relationships/notesSlide" Target="/ppt/notesSlides/notesSlide27.xml" Id="R354f3e720053408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9c15b8fc44257" /><Relationship Type="http://schemas.openxmlformats.org/officeDocument/2006/relationships/image" Target="/ppt/media/image7.png" Id="R3d8e299b5b2f4a13" /><Relationship Type="http://schemas.openxmlformats.org/officeDocument/2006/relationships/notesSlide" Target="/ppt/notesSlides/notesSlide28.xml" Id="R3c635a9ae83d484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51a46bd9e4c77" /><Relationship Type="http://schemas.openxmlformats.org/officeDocument/2006/relationships/notesSlide" Target="/ppt/notesSlides/notesSlide29.xml" Id="Ra9cf33ecb87244e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3f8d4d40d4a69" /><Relationship Type="http://schemas.openxmlformats.org/officeDocument/2006/relationships/notesSlide" Target="/ppt/notesSlides/notesSlide30.xml" Id="R7d35091e344b4f5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048ec1e464d8d" /><Relationship Type="http://schemas.openxmlformats.org/officeDocument/2006/relationships/notesSlide" Target="/ppt/notesSlides/notesSlide31.xml" Id="R370b09acf5f8431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2ef68306d4482" /><Relationship Type="http://schemas.openxmlformats.org/officeDocument/2006/relationships/notesSlide" Target="/ppt/notesSlides/notesSlide32.xml" Id="R2722602c4e4749d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df9452cd44b0b" /><Relationship Type="http://schemas.openxmlformats.org/officeDocument/2006/relationships/notesSlide" Target="/ppt/notesSlides/notesSlide33.xml" Id="R9e4f15ee5711463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c282cdd3646a1" /><Relationship Type="http://schemas.openxmlformats.org/officeDocument/2006/relationships/notesSlide" Target="/ppt/notesSlides/notesSlide34.xml" Id="R14629cf3fc754ed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8f432f9434e68" /><Relationship Type="http://schemas.openxmlformats.org/officeDocument/2006/relationships/notesSlide" Target="/ppt/notesSlides/notesSlide35.xml" Id="Rd4e399becbd74ae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e45e932d24989" /><Relationship Type="http://schemas.openxmlformats.org/officeDocument/2006/relationships/notesSlide" Target="/ppt/notesSlides/notesSlide36.xml" Id="Rdf939c2dad294db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d9f9a2f68429f" /><Relationship Type="http://schemas.openxmlformats.org/officeDocument/2006/relationships/notesSlide" Target="/ppt/notesSlides/notesSlide37.xml" Id="Rf8c3b7c49d6e4d6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7e326642d4f54" /><Relationship Type="http://schemas.openxmlformats.org/officeDocument/2006/relationships/notesSlide" Target="/ppt/notesSlides/notesSlide38.xml" Id="Rdef6c53472b5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額度與求助方式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04B0F0-A286-4C16-AE9D-AF725FD0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先看餘額，再開始實作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397567-1196-4964-84ED-37F830CA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免費建置額度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FC92C-496F-4DD3-B6D3-35BB01D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點／日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031012-4C42-4D3F-8F02-53A73661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另有每月 30 點上限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每次建置耗點依任務而異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D3031A-CF45-400F-B89D-DCF87A8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 5 點已用完？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5EC92A5-F6E7-4028-BCA5-DB73FE1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813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請先向講師示意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709311A-29EC-461D-BBE8-15C9BF7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147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講師私下提供群組加入方式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D223ADC-F623-4DB2-AE76-1DAD693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482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加入後確認可繼續實作</a:t>
            </a:r>
          </a:p>
        </p:txBody>
      </p:sp>
      <p:sp>
        <p:nvSpPr>
          <p:cNvPr id="12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BD9B612A-2F47-4CDC-BE22-AFC1615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若仍無法建置或卡關超過 2 分鐘，保留紀錄後使用離線版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7" name="speaker-credentials">
            <a:extLst xmlns:a="http://schemas.openxmlformats.org/drawingml/2006/main">
              <a:ext uri="{FF2B5EF4-FFF2-40B4-BE49-F238E27FC236}">
                <a16:creationId xmlns:a16="http://schemas.microsoft.com/office/drawing/2014/main" id="{A9680F8C-024A-4B90-84F1-B5F1833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Google Developer Expert　／　LINE Expert</a:t>
            </a:r>
          </a:p>
        </p:txBody>
      </p:sp>
      <p:sp>
        <p:nvSpPr>
          <p:cNvPr id="8" name="speaker-expertise">
            <a:extLst xmlns:a="http://schemas.openxmlformats.org/drawingml/2006/main">
              <a:ext uri="{FF2B5EF4-FFF2-40B4-BE49-F238E27FC236}">
                <a16:creationId xmlns:a16="http://schemas.microsoft.com/office/drawing/2014/main" id="{E6BA29FC-300C-459B-9470-41D1FB5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AI 人機協作與程式開發教學　／　技術書作者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BD5DE1-79AF-45D0-9F0B-AE7E862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1FCF5-D3D6-4308-A068-D29238B54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f1ff8529348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0796"/>
            <a:ext cx="7810500" cy="4609907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274AAF4-28C6-4503-B554-092F6BDD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查詢議程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7E15D00-CDA1-432F-B92C-5B4529C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收藏並保留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02DF01-B565-4815-BF76-78F3092A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第二輪加入衝堂提示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51A040F-ADE5-4164-81E4-8C23842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38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真實議程參考解答，UI 只是其中一種可能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學習目標與流程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C847ED-4025-4B33-860D-45AC6CD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每一步都留下可檢查的成果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767BC4-7FFC-4C1F-9B58-5A96620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AF4BE6-6859-4ADB-A389-4408301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同一份真實附件、UX 一致，UI 自由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CC26D08-45B2-4C78-87E1-F0831A8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907031-6F03-4C79-B2B8-A68424E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兩套工具各修改，再做回歸檢查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D9D4EF-B26F-45B0-B9F7-D831465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41B6AB-7F47-4BFE-B975-07D2541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根據完成度、時間與用量說明選擇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489EFB-C854-4510-8B38-8EDD8C4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最後互相試用：相同任務，不同介面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346A8-8557-4FDF-A778-33A0EB0CF1E0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三種開發流程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C6EED3-50AD-45D3-AD82-F58F80C2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手工開發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44A69D-75D7-4F4E-8144-61359DF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自行拆解與實作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CA2B2E6-3446-4536-B066-DBECEEB6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查文件、執行、除錯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27128A1-463B-417F-93D8-04DFC7F7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由講師課前計時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描述需求與資料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平台建置及預覽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檢查後提出修改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Codex App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開啟本機專案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代理修改並執行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查看差異與驗收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三條路徑都需要人確認「完成」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6EE23-5CBE-4DA5-9357-2AB4B464DA8E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比較任務能否完成；色彩、版型與視覺風格自由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短提示，先讓作品跑起來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上傳 HWDC 議程 JSON，不把資料塞進 prompt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想做什麼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做我的議程：搜尋、篩選、收藏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C8DF629-E7D8-4993-A1C3-3C25FF81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使用時要怎樣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E87C053-6057-4692-A116-A5631F8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重整後保留，日期清楚，手機能用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4C29CDE-BDAC-44CA-AEE8-F91F309B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交給 Agent 發揮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50D1D04-FAC2-4A94-9291-1F11774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自由設計，做好後開預覽讓我試用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4C2E705-D350-4F56-9F44-1ED24C8E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細節放附件與驗收表，發現問題再用人話補充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操作示範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建立專案並上傳附件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hwdc-agenda-2026.json ＋ 初版短提示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等待可操作預覽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查看生成進度與錯誤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實際驗收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47E6363-7871-44DA-8769-E4A703EF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檢查功能，再提出具體修正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86D4AB8-6A75-4139-9700-7B0A646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記錄追加提示與可見用量，保留失敗項目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06E24-5575-457C-86EC-1F1BB2F1D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9bd64e29044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專案上下文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短提示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描述想完成的任務，不預先指定元件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src/sessions.json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官方兩日議程快照，與附件內容一致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B657EF-B5B0-459F-A6CB-1155200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acceptance-v1.md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F4EFDAB-943D-45AC-9F65-16FF3BF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驗收操作邏輯，不比配色或像素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93F8FA-2E93-4390-96B5-A978A70C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來源、格式與時區留在附件說明，方便接手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19C99-4EC9-45D5-9AF3-ACBFAD2DA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fd1383c7c4e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6E2E7-2E05-4B1F-BF0D-0BF3503B53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6ccafc29c4c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20DC6-E589-4AFD-976F-4C222E73EB8F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修改也用簡單的話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「提醒我哪些收藏衝堂，讓我自己決定」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47108-8B1C-49EC-B6B4-3D2F3460D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2edd17dd04f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保留原有收藏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只增加衝堂功能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35821BC-07C4-4A22-A3D6-A17E0E10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完成後重做驗收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4CE01D5-DB57-4A7E-A4CE-F9B9FEEB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搜尋只顯示一場，仍提醒全部收藏的衝突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55298-1497-4715-998E-65B095A9C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e269cc17444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5084E-EE3E-4EA3-9D63-8AFC73F5A88C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開發方式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手工開發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除錯案例：首尾相接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刻意植入的教學錯誤，非工具實測失誤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E382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9E382E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9E382E"/>
                </a:solidFill>
                <a:latin typeface="Heiti TC"/>
                <a:ea typeface="Heiti TC"/>
                <a:cs typeface="Heiti TC"/>
              </a:rPr>
              <a:t>錯誤示例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881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9E382E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9E382E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E382E"/>
                </a:solidFill>
                <a:latin typeface="Menlo"/>
                <a:ea typeface="Menlo"/>
                <a:cs typeface="Menlo"/>
              </a:rPr>
              <a:t>a.start &lt;= b.end &amp;&amp; b.start &lt;=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修正後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881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a.start &lt; b.end &amp;&amp; b.start &lt; a.end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現象：4957 與 4958 被誤判衝堂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AACB855-545E-46E9-8658-A544047C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重現：收藏 10:00–10:10 與 10:10–10:55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96C11DC-937A-44D9-9C90-E899171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驗證：相接與跨日不提醒，重疊仍提醒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費用與開發工時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4B8D309-ED7C-428C-9D94-CBBED39E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固定費用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BCAC6D-D942-4107-BF54-9A61D91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訂閱費與分攤假設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F3A09DC-81D3-4B04-9BEC-2227F9B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額外用量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E982525-9AD2-4917-882A-5399CB3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加購、API 費用及原始單位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45DE7A4-7FC3-48B3-BA56-C9D0C45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人的投入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5FF8DB5-D87E-494F-858E-4C03C64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主動操作與等待分開記錄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338A73-E415-4199-AC73-F02589D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專案估算＝訂閱分攤＋額外用量費＋人工作業時數 × 時薪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UX，不同的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讓同學試用相同任務，再討論操作差異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23AF7-854B-48DA-B40E-9A7730121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e299b5b2f4a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視覺風格各自發揮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7B2A5-EE17-49A3-A7C9-3C092CC60553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78D38-E0E5-432F-B13D-AB2292DBF20A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905250"/>
                <a:gridCol w="3962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餘額與未完成項目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向講師取得群組加入方式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當下畫面與時間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指令與錯誤原文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4FC2B5E4-8189-42B7-BEE1-552D4D81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進階練習：匯出行事曆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輸出收藏議程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每場一個 VEVENT，保留穩定 UID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處理時間與文字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UTC、中文、逗號、分號與換行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CF55C76-61AB-4AD6-BF86-2A49102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驗證匯入結果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F0C57CB-A5B8-41B0-86EB-DCBE28BA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沒有漏場、時間正確、相同事件可辨識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36469F-83AA-475B-AFD0-56C12B03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教材包含延伸提示與參考實作，主課不必完成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813CA-E5D6-428C-B043-CD3FAEB39097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來源、版本與查核日期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公開文件查核：2026-10-13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官方議程附件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70 筆公開資料、來源、日期與時區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 官方文件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技術堆疊、Git 同步、方案與額度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OpenAI 官方文件與 RFC 5545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桌面／CLI 操作、計費口徑、行事曆格式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完整連結在講者備註及 evidence/sources.md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2026-10-13T06:41:18.7630000Z</dcterms:created>
  <dcterms:modified xsi:type="dcterms:W3CDTF">2026-10-13T06:41:18.7630000Z</dcterms:modified>
</coreProperties>
</file>