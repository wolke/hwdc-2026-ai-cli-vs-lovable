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79aaea6664d83" /><Relationship Type="http://schemas.openxmlformats.org/officeDocument/2006/relationships/extended-properties" Target="/docProps/app.xml" Id="R114a08dd4b9b4e81" /><Relationship Type="http://schemas.openxmlformats.org/officeDocument/2006/relationships/officeDocument" Target="/ppt/presentation.xml" Id="R33dc69b0bcb349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f345e8fb94da5"/>
  </p:sldMasterIdLst>
  <p:notesMasterIdLst>
    <p:notesMasterId xmlns:r="http://schemas.openxmlformats.org/officeDocument/2006/relationships" r:id="R27e7f9866089492f"/>
  </p:notesMasterIdLst>
  <p:sldIdLst>
    <p:sldId xmlns:r="http://schemas.openxmlformats.org/officeDocument/2006/relationships" id="256" r:id="R7ba9aa5264a04256"/>
    <p:sldId xmlns:r="http://schemas.openxmlformats.org/officeDocument/2006/relationships" id="257" r:id="R53504383cd724b46"/>
    <p:sldId xmlns:r="http://schemas.openxmlformats.org/officeDocument/2006/relationships" id="258" r:id="Rd94ba965c8b6416f"/>
    <p:sldId xmlns:r="http://schemas.openxmlformats.org/officeDocument/2006/relationships" id="259" r:id="R4dcfd92268904d38"/>
    <p:sldId xmlns:r="http://schemas.openxmlformats.org/officeDocument/2006/relationships" id="260" r:id="R08f3c68daf314c32"/>
    <p:sldId xmlns:r="http://schemas.openxmlformats.org/officeDocument/2006/relationships" id="261" r:id="R9bb0ab60533f49c9"/>
    <p:sldId xmlns:r="http://schemas.openxmlformats.org/officeDocument/2006/relationships" id="262" r:id="Rca9da34f3a1e469e"/>
    <p:sldId xmlns:r="http://schemas.openxmlformats.org/officeDocument/2006/relationships" id="263" r:id="Rf3fc2593d9e440e3"/>
    <p:sldId xmlns:r="http://schemas.openxmlformats.org/officeDocument/2006/relationships" id="264" r:id="Re575a059658b446a"/>
    <p:sldId xmlns:r="http://schemas.openxmlformats.org/officeDocument/2006/relationships" id="265" r:id="Rdc23f362029949af"/>
    <p:sldId xmlns:r="http://schemas.openxmlformats.org/officeDocument/2006/relationships" id="266" r:id="Rc6b1b1b184f5422d"/>
    <p:sldId xmlns:r="http://schemas.openxmlformats.org/officeDocument/2006/relationships" id="267" r:id="R5cfdd75ac7e340c0"/>
    <p:sldId xmlns:r="http://schemas.openxmlformats.org/officeDocument/2006/relationships" id="268" r:id="R7c61fa061e054b4b"/>
    <p:sldId xmlns:r="http://schemas.openxmlformats.org/officeDocument/2006/relationships" id="269" r:id="R657ef7f1a1bc49ec"/>
    <p:sldId xmlns:r="http://schemas.openxmlformats.org/officeDocument/2006/relationships" id="270" r:id="R2f9e04b070504f87"/>
    <p:sldId xmlns:r="http://schemas.openxmlformats.org/officeDocument/2006/relationships" id="271" r:id="R909fbd0e1b954040"/>
    <p:sldId xmlns:r="http://schemas.openxmlformats.org/officeDocument/2006/relationships" id="272" r:id="R63817d4af74849f0"/>
    <p:sldId xmlns:r="http://schemas.openxmlformats.org/officeDocument/2006/relationships" id="273" r:id="R1befa8b7caaf4f2e"/>
    <p:sldId xmlns:r="http://schemas.openxmlformats.org/officeDocument/2006/relationships" id="274" r:id="R18d67ecdc3c74b65"/>
    <p:sldId xmlns:r="http://schemas.openxmlformats.org/officeDocument/2006/relationships" id="275" r:id="R7cc20976e4e04dc7"/>
    <p:sldId xmlns:r="http://schemas.openxmlformats.org/officeDocument/2006/relationships" id="276" r:id="R9ba9abe0b2b84a60"/>
    <p:sldId xmlns:r="http://schemas.openxmlformats.org/officeDocument/2006/relationships" id="277" r:id="Rea8a23838dfc4a10"/>
    <p:sldId xmlns:r="http://schemas.openxmlformats.org/officeDocument/2006/relationships" id="278" r:id="R04d47d40266b4408"/>
    <p:sldId xmlns:r="http://schemas.openxmlformats.org/officeDocument/2006/relationships" id="279" r:id="R1d217c601a0f4626"/>
    <p:sldId xmlns:r="http://schemas.openxmlformats.org/officeDocument/2006/relationships" id="280" r:id="R10f9be58e2b742b7"/>
    <p:sldId xmlns:r="http://schemas.openxmlformats.org/officeDocument/2006/relationships" id="281" r:id="R1ef843b4ba21427e"/>
    <p:sldId xmlns:r="http://schemas.openxmlformats.org/officeDocument/2006/relationships" id="282" r:id="R89fee3b6a4f94b6d"/>
    <p:sldId xmlns:r="http://schemas.openxmlformats.org/officeDocument/2006/relationships" id="283" r:id="R637cba192e154ec8"/>
    <p:sldId xmlns:r="http://schemas.openxmlformats.org/officeDocument/2006/relationships" id="284" r:id="R404c7fe71962494b"/>
    <p:sldId xmlns:r="http://schemas.openxmlformats.org/officeDocument/2006/relationships" id="285" r:id="R5ab5c9295e05467e"/>
    <p:sldId xmlns:r="http://schemas.openxmlformats.org/officeDocument/2006/relationships" id="286" r:id="Rf545670fd8074fad"/>
    <p:sldId xmlns:r="http://schemas.openxmlformats.org/officeDocument/2006/relationships" id="287" r:id="R8724d978334f4996"/>
    <p:sldId xmlns:r="http://schemas.openxmlformats.org/officeDocument/2006/relationships" id="288" r:id="R4c1b71584a8549ff"/>
    <p:sldId xmlns:r="http://schemas.openxmlformats.org/officeDocument/2006/relationships" id="289" r:id="Rbb0bc01109564736"/>
    <p:sldId xmlns:r="http://schemas.openxmlformats.org/officeDocument/2006/relationships" id="290" r:id="R758a895376fa496c"/>
    <p:sldId xmlns:r="http://schemas.openxmlformats.org/officeDocument/2006/relationships" id="291" r:id="R4da242e374c24a93"/>
    <p:sldId xmlns:r="http://schemas.openxmlformats.org/officeDocument/2006/relationships" id="292" r:id="Re1cc4fc032a74532"/>
    <p:sldId xmlns:r="http://schemas.openxmlformats.org/officeDocument/2006/relationships" id="293" r:id="Rb3f62744c9744e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a6bd3eaa94ab3" /><Relationship Type="http://schemas.openxmlformats.org/officeDocument/2006/relationships/slideMaster" Target="/ppt/slideMasters/slideMaster1.xml" Id="Rf47f345e8fb94da5" /><Relationship Type="http://schemas.openxmlformats.org/officeDocument/2006/relationships/notesMaster" Target="/ppt/notesMasters/notesMaster1.xml" Id="R27e7f9866089492f" /><Relationship Type="http://schemas.openxmlformats.org/officeDocument/2006/relationships/presProps" Target="/ppt/presProps.xml" Id="R9633f25e50bd41dd" /><Relationship Type="http://schemas.openxmlformats.org/officeDocument/2006/relationships/tableStyles" Target="/ppt/tableStyles.xml" Id="Rb3d462f5fd80485a" /><Relationship Type="http://schemas.openxmlformats.org/officeDocument/2006/relationships/slide" Target="/ppt/slides/slide1.xml" Id="R7ba9aa5264a04256" /><Relationship Type="http://schemas.openxmlformats.org/officeDocument/2006/relationships/slide" Target="/ppt/slides/slide2.xml" Id="R53504383cd724b46" /><Relationship Type="http://schemas.openxmlformats.org/officeDocument/2006/relationships/slide" Target="/ppt/slides/slide3.xml" Id="Rd94ba965c8b6416f" /><Relationship Type="http://schemas.openxmlformats.org/officeDocument/2006/relationships/slide" Target="/ppt/slides/slide4.xml" Id="R4dcfd92268904d38" /><Relationship Type="http://schemas.openxmlformats.org/officeDocument/2006/relationships/slide" Target="/ppt/slides/slide5.xml" Id="R08f3c68daf314c32" /><Relationship Type="http://schemas.openxmlformats.org/officeDocument/2006/relationships/slide" Target="/ppt/slides/slide6.xml" Id="R9bb0ab60533f49c9" /><Relationship Type="http://schemas.openxmlformats.org/officeDocument/2006/relationships/slide" Target="/ppt/slides/slide7.xml" Id="Rca9da34f3a1e469e" /><Relationship Type="http://schemas.openxmlformats.org/officeDocument/2006/relationships/slide" Target="/ppt/slides/slide8.xml" Id="Rf3fc2593d9e440e3" /><Relationship Type="http://schemas.openxmlformats.org/officeDocument/2006/relationships/slide" Target="/ppt/slides/slide9.xml" Id="Re575a059658b446a" /><Relationship Type="http://schemas.openxmlformats.org/officeDocument/2006/relationships/slide" Target="/ppt/slides/slide10.xml" Id="Rdc23f362029949af" /><Relationship Type="http://schemas.openxmlformats.org/officeDocument/2006/relationships/slide" Target="/ppt/slides/slide11.xml" Id="Rc6b1b1b184f5422d" /><Relationship Type="http://schemas.openxmlformats.org/officeDocument/2006/relationships/slide" Target="/ppt/slides/slide12.xml" Id="R5cfdd75ac7e340c0" /><Relationship Type="http://schemas.openxmlformats.org/officeDocument/2006/relationships/slide" Target="/ppt/slides/slide13.xml" Id="R7c61fa061e054b4b" /><Relationship Type="http://schemas.openxmlformats.org/officeDocument/2006/relationships/slide" Target="/ppt/slides/slide14.xml" Id="R657ef7f1a1bc49ec" /><Relationship Type="http://schemas.openxmlformats.org/officeDocument/2006/relationships/slide" Target="/ppt/slides/slide15.xml" Id="R2f9e04b070504f87" /><Relationship Type="http://schemas.openxmlformats.org/officeDocument/2006/relationships/slide" Target="/ppt/slides/slide16.xml" Id="R909fbd0e1b954040" /><Relationship Type="http://schemas.openxmlformats.org/officeDocument/2006/relationships/slide" Target="/ppt/slides/slide17.xml" Id="R63817d4af74849f0" /><Relationship Type="http://schemas.openxmlformats.org/officeDocument/2006/relationships/slide" Target="/ppt/slides/slide18.xml" Id="R1befa8b7caaf4f2e" /><Relationship Type="http://schemas.openxmlformats.org/officeDocument/2006/relationships/slide" Target="/ppt/slides/slide19.xml" Id="R18d67ecdc3c74b65" /><Relationship Type="http://schemas.openxmlformats.org/officeDocument/2006/relationships/slide" Target="/ppt/slides/slide20.xml" Id="R7cc20976e4e04dc7" /><Relationship Type="http://schemas.openxmlformats.org/officeDocument/2006/relationships/slide" Target="/ppt/slides/slide21.xml" Id="R9ba9abe0b2b84a60" /><Relationship Type="http://schemas.openxmlformats.org/officeDocument/2006/relationships/slide" Target="/ppt/slides/slide22.xml" Id="Rea8a23838dfc4a10" /><Relationship Type="http://schemas.openxmlformats.org/officeDocument/2006/relationships/slide" Target="/ppt/slides/slide23.xml" Id="R04d47d40266b4408" /><Relationship Type="http://schemas.openxmlformats.org/officeDocument/2006/relationships/slide" Target="/ppt/slides/slide24.xml" Id="R1d217c601a0f4626" /><Relationship Type="http://schemas.openxmlformats.org/officeDocument/2006/relationships/slide" Target="/ppt/slides/slide25.xml" Id="R10f9be58e2b742b7" /><Relationship Type="http://schemas.openxmlformats.org/officeDocument/2006/relationships/slide" Target="/ppt/slides/slide26.xml" Id="R1ef843b4ba21427e" /><Relationship Type="http://schemas.openxmlformats.org/officeDocument/2006/relationships/slide" Target="/ppt/slides/slide27.xml" Id="R89fee3b6a4f94b6d" /><Relationship Type="http://schemas.openxmlformats.org/officeDocument/2006/relationships/slide" Target="/ppt/slides/slide28.xml" Id="R637cba192e154ec8" /><Relationship Type="http://schemas.openxmlformats.org/officeDocument/2006/relationships/slide" Target="/ppt/slides/slide29.xml" Id="R404c7fe71962494b" /><Relationship Type="http://schemas.openxmlformats.org/officeDocument/2006/relationships/slide" Target="/ppt/slides/slide30.xml" Id="R5ab5c9295e05467e" /><Relationship Type="http://schemas.openxmlformats.org/officeDocument/2006/relationships/slide" Target="/ppt/slides/slide31.xml" Id="Rf545670fd8074fad" /><Relationship Type="http://schemas.openxmlformats.org/officeDocument/2006/relationships/slide" Target="/ppt/slides/slide32.xml" Id="R8724d978334f4996" /><Relationship Type="http://schemas.openxmlformats.org/officeDocument/2006/relationships/slide" Target="/ppt/slides/slide33.xml" Id="R4c1b71584a8549ff" /><Relationship Type="http://schemas.openxmlformats.org/officeDocument/2006/relationships/slide" Target="/ppt/slides/slide34.xml" Id="Rbb0bc01109564736" /><Relationship Type="http://schemas.openxmlformats.org/officeDocument/2006/relationships/slide" Target="/ppt/slides/slide35.xml" Id="R758a895376fa496c" /><Relationship Type="http://schemas.openxmlformats.org/officeDocument/2006/relationships/slide" Target="/ppt/slides/slide36.xml" Id="R4da242e374c24a93" /><Relationship Type="http://schemas.openxmlformats.org/officeDocument/2006/relationships/slide" Target="/ppt/slides/slide37.xml" Id="Re1cc4fc032a74532" /><Relationship Type="http://schemas.openxmlformats.org/officeDocument/2006/relationships/slide" Target="/ppt/slides/slide38.xml" Id="Rb3f62744c9744e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1f7f0c49c04b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4d55ef0d64008" /><Relationship Type="http://schemas.openxmlformats.org/officeDocument/2006/relationships/notesMaster" Target="/ppt/notesMasters/notesMaster1.xml" Id="R23ccf56757df45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cc1409f3b4c66" /><Relationship Type="http://schemas.openxmlformats.org/officeDocument/2006/relationships/notesMaster" Target="/ppt/notesMasters/notesMaster1.xml" Id="R1bfb81efd065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1abfbb44a42f3" /><Relationship Type="http://schemas.openxmlformats.org/officeDocument/2006/relationships/notesMaster" Target="/ppt/notesMasters/notesMaster1.xml" Id="Rdc7b0d70917a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4d4599edc249ac" /><Relationship Type="http://schemas.openxmlformats.org/officeDocument/2006/relationships/notesMaster" Target="/ppt/notesMasters/notesMaster1.xml" Id="Reebe4ec4e5c042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65f28efc34cfe" /><Relationship Type="http://schemas.openxmlformats.org/officeDocument/2006/relationships/notesMaster" Target="/ppt/notesMasters/notesMaster1.xml" Id="R59fb083efb434c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97e8c4838428e" /><Relationship Type="http://schemas.openxmlformats.org/officeDocument/2006/relationships/notesMaster" Target="/ppt/notesMasters/notesMaster1.xml" Id="Ra88d83ed4b8e48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d3eaada66b4adc" /><Relationship Type="http://schemas.openxmlformats.org/officeDocument/2006/relationships/notesMaster" Target="/ppt/notesMasters/notesMaster1.xml" Id="Rf3df825d1b3945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5b1ee652d4b4f" /><Relationship Type="http://schemas.openxmlformats.org/officeDocument/2006/relationships/notesMaster" Target="/ppt/notesMasters/notesMaster1.xml" Id="Ra8475745d4834a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65c57c3f2a4ff3" /><Relationship Type="http://schemas.openxmlformats.org/officeDocument/2006/relationships/notesMaster" Target="/ppt/notesMasters/notesMaster1.xml" Id="R5b51bbd4a42040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68f49dd5e94fa0" /><Relationship Type="http://schemas.openxmlformats.org/officeDocument/2006/relationships/notesMaster" Target="/ppt/notesMasters/notesMaster1.xml" Id="R46fbb6973d3346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504e9c5d4047ab" /><Relationship Type="http://schemas.openxmlformats.org/officeDocument/2006/relationships/notesMaster" Target="/ppt/notesMasters/notesMaster1.xml" Id="Rd53dfab7f5a04d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87e6e4b41846d7" /><Relationship Type="http://schemas.openxmlformats.org/officeDocument/2006/relationships/notesMaster" Target="/ppt/notesMasters/notesMaster1.xml" Id="R922ec1758a3a4b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0444eacd024bbb" /><Relationship Type="http://schemas.openxmlformats.org/officeDocument/2006/relationships/notesMaster" Target="/ppt/notesMasters/notesMaster1.xml" Id="R5f680f118f1a48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72a4fb18ad43b8" /><Relationship Type="http://schemas.openxmlformats.org/officeDocument/2006/relationships/notesMaster" Target="/ppt/notesMasters/notesMaster1.xml" Id="Rb4e695bf0bca4d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cad17a3e80495c" /><Relationship Type="http://schemas.openxmlformats.org/officeDocument/2006/relationships/notesMaster" Target="/ppt/notesMasters/notesMaster1.xml" Id="R86309382594b40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e06115f3324a8e" /><Relationship Type="http://schemas.openxmlformats.org/officeDocument/2006/relationships/notesMaster" Target="/ppt/notesMasters/notesMaster1.xml" Id="R1b858db90df247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4b4370aa524172" /><Relationship Type="http://schemas.openxmlformats.org/officeDocument/2006/relationships/notesMaster" Target="/ppt/notesMasters/notesMaster1.xml" Id="R857ef3179b674a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06d664e9464eed" /><Relationship Type="http://schemas.openxmlformats.org/officeDocument/2006/relationships/notesMaster" Target="/ppt/notesMasters/notesMaster1.xml" Id="Rd5136998e63847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96ab6583664016" /><Relationship Type="http://schemas.openxmlformats.org/officeDocument/2006/relationships/notesMaster" Target="/ppt/notesMasters/notesMaster1.xml" Id="R802b02e6394c4e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68b265467f44c9" /><Relationship Type="http://schemas.openxmlformats.org/officeDocument/2006/relationships/notesMaster" Target="/ppt/notesMasters/notesMaster1.xml" Id="R8ddba0ac09cc4b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021ea2a86f4176" /><Relationship Type="http://schemas.openxmlformats.org/officeDocument/2006/relationships/notesMaster" Target="/ppt/notesMasters/notesMaster1.xml" Id="R1894e42618d941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0525a861c34782" /><Relationship Type="http://schemas.openxmlformats.org/officeDocument/2006/relationships/notesMaster" Target="/ppt/notesMasters/notesMaster1.xml" Id="Rd49cd0fa4625402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c679bb60da410a" /><Relationship Type="http://schemas.openxmlformats.org/officeDocument/2006/relationships/notesMaster" Target="/ppt/notesMasters/notesMaster1.xml" Id="Rd90839a27fe641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e52e22191643d5" /><Relationship Type="http://schemas.openxmlformats.org/officeDocument/2006/relationships/notesMaster" Target="/ppt/notesMasters/notesMaster1.xml" Id="R4a88196f734845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7fbd9e8c2f463c" /><Relationship Type="http://schemas.openxmlformats.org/officeDocument/2006/relationships/notesMaster" Target="/ppt/notesMasters/notesMaster1.xml" Id="R7f9815d9eef647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b510c2470a4119" /><Relationship Type="http://schemas.openxmlformats.org/officeDocument/2006/relationships/notesMaster" Target="/ppt/notesMasters/notesMaster1.xml" Id="Rbce5820ee87742d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7c4fd922c047e7" /><Relationship Type="http://schemas.openxmlformats.org/officeDocument/2006/relationships/notesMaster" Target="/ppt/notesMasters/notesMaster1.xml" Id="Raa196f30770f4cb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3712107e774808" /><Relationship Type="http://schemas.openxmlformats.org/officeDocument/2006/relationships/notesMaster" Target="/ppt/notesMasters/notesMaster1.xml" Id="R264d1d0e86fc41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0a4b243bb24fab" /><Relationship Type="http://schemas.openxmlformats.org/officeDocument/2006/relationships/notesMaster" Target="/ppt/notesMasters/notesMaster1.xml" Id="R680deb1466f44a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b85366915c427d" /><Relationship Type="http://schemas.openxmlformats.org/officeDocument/2006/relationships/notesMaster" Target="/ppt/notesMasters/notesMaster1.xml" Id="R0cc10ab401e040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b3b0e789534c6a" /><Relationship Type="http://schemas.openxmlformats.org/officeDocument/2006/relationships/notesMaster" Target="/ppt/notesMasters/notesMaster1.xml" Id="R83984078d0f44f2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d1ee5f17364173" /><Relationship Type="http://schemas.openxmlformats.org/officeDocument/2006/relationships/notesMaster" Target="/ppt/notesMasters/notesMaster1.xml" Id="R896067fe3a9442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7f9872a34e4bac" /><Relationship Type="http://schemas.openxmlformats.org/officeDocument/2006/relationships/notesMaster" Target="/ppt/notesMasters/notesMaster1.xml" Id="R9bdb167a2f6f412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7208b33048f45dd" /><Relationship Type="http://schemas.openxmlformats.org/officeDocument/2006/relationships/notesMaster" Target="/ppt/notesMasters/notesMaster1.xml" Id="R9d34b1833d304be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51a03e406c8469a" /><Relationship Type="http://schemas.openxmlformats.org/officeDocument/2006/relationships/notesMaster" Target="/ppt/notesMasters/notesMaster1.xml" Id="Rbffbed4097b0496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cf57b733f4c49ec" /><Relationship Type="http://schemas.openxmlformats.org/officeDocument/2006/relationships/notesMaster" Target="/ppt/notesMasters/notesMaster1.xml" Id="R49be922fbbbb467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f15a22324ca4ebe" /><Relationship Type="http://schemas.openxmlformats.org/officeDocument/2006/relationships/notesMaster" Target="/ppt/notesMasters/notesMaster1.xml" Id="R01bf22db783243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8a785c1f0845ec" /><Relationship Type="http://schemas.openxmlformats.org/officeDocument/2006/relationships/notesMaster" Target="/ppt/notesMasters/notesMaster1.xml" Id="R47174d36c34e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時間：13:30–13:31，1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 Wolke。我把自己定位為一名啟發者，透過分享開發經驗，幫助大家理解問題並動手實作。我是 Google Developer Expert、LINE Expert，也是技術書作者，持續分享 AI 人機協作、提示工程與程式開發。今天用同一份 Web 需求，親自觀察兩種工具的建置、修改與驗收。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操作：約 30 秒介紹背景，指出 Medium 文章與著作。接著說明本次以 Codex 桌面 App 示範通用工具，CLI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轉場：先看看今天要完成的作品。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時間：13:31–13:33，2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講述：展示採真實議程附件的參考版。今天要完成的是找議程、收藏、重新整理後保留，再加上衝堂提示。這張畫面只是其中一種 UI，不要求學員模仿。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操作：現場開啟離線參考版，搜尋林建宏，收藏 4996、5030，重新整理，確認收藏仍在。切第二版加入 5018 看提醒。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檢核：請學員說出畫面可見但尚未證明的功能，例如重新整理保存。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轉場：接下來說明今天要留下什麼。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時間：13:33–13:35，2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講述：請舉手讓我知道大家主要使用哪套工具。你可以沿用自己熟悉的工具，只要使用相同需求及資料，並記下條件。今天希望每個人都能留下可操作作品和自己的觀察。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操作：快速詢問工具分布。指出兩段 15 分鐘建置與各 5 分鐘修改。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檢核：確認學員知道可以自選通用工具，不必現場換裝。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可以自由設計。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fdc661a954e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10519e85e48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2e03906d04a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80435178146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f4a1e336c4a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6192d9c6c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eb1493007b4ebf" /><Relationship Type="http://schemas.openxmlformats.org/officeDocument/2006/relationships/slideLayout" Target="/ppt/slideLayouts/slideLayout1.xml" Id="Rcdd99b7fbddb4107" /><Relationship Type="http://schemas.openxmlformats.org/officeDocument/2006/relationships/slideLayout" Target="/ppt/slideLayouts/slideLayout2.xml" Id="R44d2493cf85a4f4a" /><Relationship Type="http://schemas.openxmlformats.org/officeDocument/2006/relationships/slideLayout" Target="/ppt/slideLayouts/slideLayout3.xml" Id="R4f5b7f49ff384284" /><Relationship Type="http://schemas.openxmlformats.org/officeDocument/2006/relationships/slideLayout" Target="/ppt/slideLayouts/slideLayout4.xml" Id="R971854b5ce6f431f" /><Relationship Type="http://schemas.openxmlformats.org/officeDocument/2006/relationships/slideLayout" Target="/ppt/slideLayouts/slideLayout5.xml" Id="R23a02b73a53845ee" /><Relationship Type="http://schemas.openxmlformats.org/officeDocument/2006/relationships/slideLayout" Target="/ppt/slideLayouts/slideLayout6.xml" Id="R2abab90b5fe840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99b7fbddb4107"/>
    <p:sldLayoutId xmlns:r="http://schemas.openxmlformats.org/officeDocument/2006/relationships" id="2147483650" r:id="R44d2493cf85a4f4a"/>
    <p:sldLayoutId xmlns:r="http://schemas.openxmlformats.org/officeDocument/2006/relationships" id="2147483651" r:id="R4f5b7f49ff384284"/>
    <p:sldLayoutId xmlns:r="http://schemas.openxmlformats.org/officeDocument/2006/relationships" id="2147483652" r:id="R971854b5ce6f431f"/>
    <p:sldLayoutId xmlns:r="http://schemas.openxmlformats.org/officeDocument/2006/relationships" id="2147483653" r:id="R23a02b73a53845ee"/>
    <p:sldLayoutId xmlns:r="http://schemas.openxmlformats.org/officeDocument/2006/relationships" id="2147483654" r:id="R2abab90b5fe840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9af26f4034075" /><Relationship Type="http://schemas.openxmlformats.org/officeDocument/2006/relationships/notesSlide" Target="/ppt/notesSlides/notesSlide1.xml" Id="Rd186d75292364b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1412225064e3d" /><Relationship Type="http://schemas.openxmlformats.org/officeDocument/2006/relationships/notesSlide" Target="/ppt/notesSlides/notesSlide2.xml" Id="R7f341662220f44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1d7f4a5ca499a" /><Relationship Type="http://schemas.openxmlformats.org/officeDocument/2006/relationships/image" Target="/ppt/media/image.png" Id="R06d08870f9b444b6" /><Relationship Type="http://schemas.openxmlformats.org/officeDocument/2006/relationships/hyperlink" Target="https://forms.gle/pt3nLWy622sYTfsG6" TargetMode="External" Id="R03cc2074c8694f8b" /><Relationship Type="http://schemas.openxmlformats.org/officeDocument/2006/relationships/notesSlide" Target="/ppt/notesSlides/notesSlide3.xml" Id="R4c33c3cd547e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9ee766281422a" /><Relationship Type="http://schemas.openxmlformats.org/officeDocument/2006/relationships/notesSlide" Target="/ppt/notesSlides/notesSlide4.xml" Id="R76050659468d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fb78666b54dfc" /><Relationship Type="http://schemas.openxmlformats.org/officeDocument/2006/relationships/image" Target="/ppt/media/image2.png" Id="Rdb6d2849ad164cb6" /><Relationship Type="http://schemas.openxmlformats.org/officeDocument/2006/relationships/notesSlide" Target="/ppt/notesSlides/notesSlide5.xml" Id="R291b4679ef54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600ea841f4328" /><Relationship Type="http://schemas.openxmlformats.org/officeDocument/2006/relationships/notesSlide" Target="/ppt/notesSlides/notesSlide6.xml" Id="R138454c89abb49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668056f5e47b0" /><Relationship Type="http://schemas.openxmlformats.org/officeDocument/2006/relationships/notesSlide" Target="/ppt/notesSlides/notesSlide7.xml" Id="Rd4e91d3e1f8c46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686c88ec24c7f" /><Relationship Type="http://schemas.openxmlformats.org/officeDocument/2006/relationships/notesSlide" Target="/ppt/notesSlides/notesSlide8.xml" Id="R1208d92033464a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32cd9c4f24ad4" /><Relationship Type="http://schemas.openxmlformats.org/officeDocument/2006/relationships/notesSlide" Target="/ppt/notesSlides/notesSlide9.xml" Id="R831c8fae3d28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016ecc7b04823" /><Relationship Type="http://schemas.openxmlformats.org/officeDocument/2006/relationships/notesSlide" Target="/ppt/notesSlides/notesSlide10.xml" Id="R975197fe21e346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e2e2ed49147a8" /><Relationship Type="http://schemas.openxmlformats.org/officeDocument/2006/relationships/notesSlide" Target="/ppt/notesSlides/notesSlide11.xml" Id="R0a34b539324745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9981b823e4153" /><Relationship Type="http://schemas.openxmlformats.org/officeDocument/2006/relationships/hyperlink" Target="https://hwdc.ithome.com.tw/2026/agenda" TargetMode="External" Id="Ra4b6891ee1ec446c" /><Relationship Type="http://schemas.openxmlformats.org/officeDocument/2006/relationships/hyperlink" Target="https://github.com/Wolke/hwdc-2026-ai-cli-vs-lovable/blob/main/HWDC-workshop/materials/hwdc-agenda-2026.json" TargetMode="External" Id="Rdbf5a58b53a8469f" /><Relationship Type="http://schemas.openxmlformats.org/officeDocument/2006/relationships/hyperlink" Target="https://github.com/Wolke/hwdc-2026-ai-cli-vs-lovable/blob/main/HWDC-workshop/materials/hwdc-agenda-2026.json" TargetMode="External" Id="R6ce16caae6b54e16" /><Relationship Type="http://schemas.openxmlformats.org/officeDocument/2006/relationships/notesSlide" Target="/ppt/notesSlides/notesSlide12.xml" Id="Rd17b20b865ef4e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1be3e2ac447da" /><Relationship Type="http://schemas.openxmlformats.org/officeDocument/2006/relationships/notesSlide" Target="/ppt/notesSlides/notesSlide13.xml" Id="R9d6fc15d615041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360d1315a4654" /><Relationship Type="http://schemas.openxmlformats.org/officeDocument/2006/relationships/image" Target="/ppt/media/image3.png" Id="R15feb7a6b79e490c" /><Relationship Type="http://schemas.openxmlformats.org/officeDocument/2006/relationships/notesSlide" Target="/ppt/notesSlides/notesSlide14.xml" Id="R2ef9c7ae61334c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dad19e7294364" /><Relationship Type="http://schemas.openxmlformats.org/officeDocument/2006/relationships/notesSlide" Target="/ppt/notesSlides/notesSlide15.xml" Id="R36a35213eb7a41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1ec8cc11e4c01" /><Relationship Type="http://schemas.openxmlformats.org/officeDocument/2006/relationships/notesSlide" Target="/ppt/notesSlides/notesSlide16.xml" Id="R6f43db8bdb4a45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210a83b074e72" /><Relationship Type="http://schemas.openxmlformats.org/officeDocument/2006/relationships/notesSlide" Target="/ppt/notesSlides/notesSlide17.xml" Id="R7360ca17ec6a4a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ee358301f487d" /><Relationship Type="http://schemas.openxmlformats.org/officeDocument/2006/relationships/notesSlide" Target="/ppt/notesSlides/notesSlide18.xml" Id="Rae4b74d433884a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208cb85744826" /><Relationship Type="http://schemas.openxmlformats.org/officeDocument/2006/relationships/image" Target="/ppt/media/image4.png" Id="Rebffdcc90698485a" /><Relationship Type="http://schemas.openxmlformats.org/officeDocument/2006/relationships/notesSlide" Target="/ppt/notesSlides/notesSlide19.xml" Id="R53f623957cf242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b06187d9e4616" /><Relationship Type="http://schemas.openxmlformats.org/officeDocument/2006/relationships/image" Target="/ppt/media/image5.png" Id="R016e1c4a953b42d0" /><Relationship Type="http://schemas.openxmlformats.org/officeDocument/2006/relationships/notesSlide" Target="/ppt/notesSlides/notesSlide20.xml" Id="Rd815dccac7e243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5ce1994764f00" /><Relationship Type="http://schemas.openxmlformats.org/officeDocument/2006/relationships/notesSlide" Target="/ppt/notesSlides/notesSlide21.xml" Id="Rc906bf4906c343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637f367354cfc" /><Relationship Type="http://schemas.openxmlformats.org/officeDocument/2006/relationships/notesSlide" Target="/ppt/notesSlides/notesSlide22.xml" Id="Rf857034404a5425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11b7f5ada40e6" /><Relationship Type="http://schemas.openxmlformats.org/officeDocument/2006/relationships/notesSlide" Target="/ppt/notesSlides/notesSlide23.xml" Id="Rab83cb11844e41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2cd09736c4618" /><Relationship Type="http://schemas.openxmlformats.org/officeDocument/2006/relationships/image" Target="/ppt/media/image6.png" Id="R5dffdf2f4fe14529" /><Relationship Type="http://schemas.openxmlformats.org/officeDocument/2006/relationships/notesSlide" Target="/ppt/notesSlides/notesSlide24.xml" Id="R1c4b35d6aee641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9ef8bcb654188" /><Relationship Type="http://schemas.openxmlformats.org/officeDocument/2006/relationships/notesSlide" Target="/ppt/notesSlides/notesSlide25.xml" Id="Rfa795a0bbddf41d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2ff30a6214c56" /><Relationship Type="http://schemas.openxmlformats.org/officeDocument/2006/relationships/notesSlide" Target="/ppt/notesSlides/notesSlide26.xml" Id="Rabdca32d78da49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3a27961bd45da" /><Relationship Type="http://schemas.openxmlformats.org/officeDocument/2006/relationships/hyperlink" Target="https://docs.lovable.dev/introduction/subscription-plans" TargetMode="External" Id="Rb2db3a6dd85b4f9b" /><Relationship Type="http://schemas.openxmlformats.org/officeDocument/2006/relationships/hyperlink" Target="https://learn.chatgpt.com/docs/pricing" TargetMode="External" Id="Rab97c42e384f443c" /><Relationship Type="http://schemas.openxmlformats.org/officeDocument/2006/relationships/notesSlide" Target="/ppt/notesSlides/notesSlide27.xml" Id="R021f2681c44e4d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1dd03b442468b" /><Relationship Type="http://schemas.openxmlformats.org/officeDocument/2006/relationships/image" Target="/ppt/media/image7.png" Id="R67060b4f1d114e63" /><Relationship Type="http://schemas.openxmlformats.org/officeDocument/2006/relationships/notesSlide" Target="/ppt/notesSlides/notesSlide28.xml" Id="Rc48e3437b2fd4e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f4f2558bf4109" /><Relationship Type="http://schemas.openxmlformats.org/officeDocument/2006/relationships/notesSlide" Target="/ppt/notesSlides/notesSlide29.xml" Id="Rd8a6bae3fa7643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eacdbbd954c1a" /><Relationship Type="http://schemas.openxmlformats.org/officeDocument/2006/relationships/notesSlide" Target="/ppt/notesSlides/notesSlide30.xml" Id="R7d0d18e0241047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7ee2f11e04be2" /><Relationship Type="http://schemas.openxmlformats.org/officeDocument/2006/relationships/notesSlide" Target="/ppt/notesSlides/notesSlide31.xml" Id="R9f2099c85bc847b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1bf1d86a84021" /><Relationship Type="http://schemas.openxmlformats.org/officeDocument/2006/relationships/notesSlide" Target="/ppt/notesSlides/notesSlide32.xml" Id="R49b09d3f7a664b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4f2a0c40e4288" /><Relationship Type="http://schemas.openxmlformats.org/officeDocument/2006/relationships/notesSlide" Target="/ppt/notesSlides/notesSlide33.xml" Id="R910b2c56016e4a7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4555ca09640c2" /><Relationship Type="http://schemas.openxmlformats.org/officeDocument/2006/relationships/notesSlide" Target="/ppt/notesSlides/notesSlide34.xml" Id="R92718f4f308e40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d2ca04f454150" /><Relationship Type="http://schemas.openxmlformats.org/officeDocument/2006/relationships/image" Target="/ppt/media/image8.png" Id="Ra4662795bc2b4d9d" /><Relationship Type="http://schemas.openxmlformats.org/officeDocument/2006/relationships/hyperlink" Target="https://forms.gle/pt3nLWy622sYTfsG6" TargetMode="External" Id="R7b36e7dbdcb84488" /><Relationship Type="http://schemas.openxmlformats.org/officeDocument/2006/relationships/hyperlink" Target="https://forms.gle/pt3nLWy622sYTfsG6" TargetMode="External" Id="Rc4e648de61fe4a31" /><Relationship Type="http://schemas.openxmlformats.org/officeDocument/2006/relationships/notesSlide" Target="/ppt/notesSlides/notesSlide35.xml" Id="Re62a558fe58f43d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ef9dada844ea7" /><Relationship Type="http://schemas.openxmlformats.org/officeDocument/2006/relationships/hyperlink" Target="https://www.rfc-editor.org/rfc/rfc5545" TargetMode="External" Id="R506ff9224ca44b14" /><Relationship Type="http://schemas.openxmlformats.org/officeDocument/2006/relationships/notesSlide" Target="/ppt/notesSlides/notesSlide36.xml" Id="R6beb8a5d3e5645e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4a7de5e66459d" /><Relationship Type="http://schemas.openxmlformats.org/officeDocument/2006/relationships/notesSlide" Target="/ppt/notesSlides/notesSlide37.xml" Id="Rd4b439eec067469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065ac06704b89" /><Relationship Type="http://schemas.openxmlformats.org/officeDocument/2006/relationships/hyperlink" Target="https://hwdc.ithome.com.tw/2026/agenda" TargetMode="External" Id="Rc40dcf694ea84ecc" /><Relationship Type="http://schemas.openxmlformats.org/officeDocument/2006/relationships/hyperlink" Target="https://docs.lovable.dev/introduction/faq" TargetMode="External" Id="Rc748ce8561a14044" /><Relationship Type="http://schemas.openxmlformats.org/officeDocument/2006/relationships/hyperlink" Target="https://docs.lovable.dev/introduction/credits-and-usage" TargetMode="External" Id="Rbf63840d6d1049b7" /><Relationship Type="http://schemas.openxmlformats.org/officeDocument/2006/relationships/hyperlink" Target="https://learn.chatgpt.com/docs/quickstart" TargetMode="External" Id="Rb32f817961c149de" /><Relationship Type="http://schemas.openxmlformats.org/officeDocument/2006/relationships/hyperlink" Target="https://learn.chatgpt.com/docs/auth" TargetMode="External" Id="Rd9c417a9361a4518" /><Relationship Type="http://schemas.openxmlformats.org/officeDocument/2006/relationships/hyperlink" Target="https://www.rfc-editor.org/rfc/rfc5545" TargetMode="External" Id="R8d7a965d5a9c452d" /><Relationship Type="http://schemas.openxmlformats.org/officeDocument/2006/relationships/notesSlide" Target="/ppt/notesSlides/notesSlide38.xml" Id="Rde7893244c984f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68BFA-3C9E-46EB-9E08-6B9CF985E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08870f9b444b6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3cc2074c8694f8b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7" name="speaker-credentials">
            <a:extLst xmlns:a="http://schemas.openxmlformats.org/drawingml/2006/main">
              <a:ext uri="{FF2B5EF4-FFF2-40B4-BE49-F238E27FC236}">
                <a16:creationId xmlns:a16="http://schemas.microsoft.com/office/drawing/2014/main" id="{A9680F8C-024A-4B90-84F1-B5F1833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Google Developer Expert　／　LINE Expert</a:t>
            </a:r>
          </a:p>
        </p:txBody>
      </p:sp>
      <p:sp>
        <p:nvSpPr>
          <p:cNvPr id="8" name="speaker-expertise">
            <a:extLst xmlns:a="http://schemas.openxmlformats.org/drawingml/2006/main">
              <a:ext uri="{FF2B5EF4-FFF2-40B4-BE49-F238E27FC236}">
                <a16:creationId xmlns:a16="http://schemas.microsoft.com/office/drawing/2014/main" id="{E6BA29FC-300C-459B-9470-41D1FB5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AI 人機協作與程式開發教學　／　技術書作者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DE1-79AF-45D0-9F0B-AE7E862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93895-CC1E-4A80-A2A8-E856B13991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d2849ad164c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0796"/>
            <a:ext cx="7810500" cy="4609907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74AAF4-28C6-4503-B554-092F6BD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查詢議程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E15D00-CDA1-432F-B92C-5B4529C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收藏並保留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02DF01-B565-4815-BF76-78F3092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第二輪加入衝堂提示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51A040F-ADE5-4164-81E4-8C2384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38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真實議程參考解答，UI 只是其中一種可能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學習目標與流程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847ED-4025-4B33-860D-45AC6CD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每一步都留下可檢查的成果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767BC4-7FFC-4C1F-9B58-5A9662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AF4BE6-6859-4ADB-A389-4408301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同一份真實附件、UX 一致，UI 自由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CC26D08-45B2-4C78-87E1-F0831A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907031-6F03-4C79-B2B8-A68424E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兩套工具各修改，再做回歸檢查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D9D4EF-B26F-45B0-B9F7-D831465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41B6AB-7F47-4BFE-B975-07D2541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根據完成度、時間與用量說明選擇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489EFB-C854-4510-8B38-8EDD8C4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最後互相試用：相同任務，不同介面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05E40-7D2C-4DD2-A377-F75B49E64C8A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驗收標準，UI 自由發揮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E524A-AB64-4328-9438-E393210184AF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4b6891ee1ec446c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bf5a58b53a8469f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ce16caae6b54e16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96684-7A60-4CC4-8CF2-58FFF4855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eb7a6b79e49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0B210-6879-4A8C-950E-CE6CBD873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fdcc9069848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61FBF-9B85-4526-92BC-D184B2024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e1c4a953b42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1D4BE-2456-43A8-919A-B2126A2A6462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FC3B2-052E-47EC-8C66-D444883DB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fdf2f4fe145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CB451-83CE-40C0-B96A-DFDC5CEDE543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6AAAC-08F8-49FF-B31F-D890183E2B45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2db3a6dd85b4f9b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b97c42e384f443c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4333D-0AC4-42B7-A871-65121C3CF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60b4f1d114e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8A17E-3B99-4128-A573-629AC89D6F36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7200D-ECF4-4D5B-ADE2-FCF46121F94F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A854B-593A-47A7-A50A-820A3AA3B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62795bc2b4d9d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b36e7dbdcb84488"/>
              </a:rPr>
              <a:t>https://forms.gle/</a:t>
            </a:r>
          </a:p>
          <a:p xmlns:a="http://schemas.openxmlformats.org/drawingml/2006/main">
            <a: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4e648de61fe4a31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06ff9224ca44b14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D19D6-D127-4BC2-A1BF-D5500EDD2499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40dcf694ea84ecc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748ce8561a14044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f63840d6d1049b7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32f817961c149de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9c417a9361a4518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d7a965d5a9c452d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2026-10-13T07:46:53.8370000Z</dcterms:created>
  <dcterms:modified xsi:type="dcterms:W3CDTF">2026-10-13T07:46:53.8370000Z</dcterms:modified>
</coreProperties>
</file>