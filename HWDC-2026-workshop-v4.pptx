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ff054cd8b4c49" /><Relationship Type="http://schemas.openxmlformats.org/officeDocument/2006/relationships/extended-properties" Target="/docProps/app.xml" Id="R1b5c546b61904747" /><Relationship Type="http://schemas.openxmlformats.org/officeDocument/2006/relationships/officeDocument" Target="/ppt/presentation.xml" Id="Rc605b15ca51840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7c262eff344a6"/>
  </p:sldMasterIdLst>
  <p:notesMasterIdLst>
    <p:notesMasterId xmlns:r="http://schemas.openxmlformats.org/officeDocument/2006/relationships" r:id="R1839bb19f6354dd9"/>
  </p:notesMasterIdLst>
  <p:sldIdLst>
    <p:sldId xmlns:r="http://schemas.openxmlformats.org/officeDocument/2006/relationships" id="256" r:id="R5e4b118dab2c4ba0"/>
    <p:sldId xmlns:r="http://schemas.openxmlformats.org/officeDocument/2006/relationships" id="257" r:id="R1729da18c108446e"/>
    <p:sldId xmlns:r="http://schemas.openxmlformats.org/officeDocument/2006/relationships" id="258" r:id="Rf6cd63085f3041ed"/>
    <p:sldId xmlns:r="http://schemas.openxmlformats.org/officeDocument/2006/relationships" id="259" r:id="R08c2cd4b52274de5"/>
    <p:sldId xmlns:r="http://schemas.openxmlformats.org/officeDocument/2006/relationships" id="260" r:id="R41563252087e4903"/>
    <p:sldId xmlns:r="http://schemas.openxmlformats.org/officeDocument/2006/relationships" id="261" r:id="R1ff47ecee4eb464b"/>
    <p:sldId xmlns:r="http://schemas.openxmlformats.org/officeDocument/2006/relationships" id="262" r:id="R5a20ee3f33e94e71"/>
    <p:sldId xmlns:r="http://schemas.openxmlformats.org/officeDocument/2006/relationships" id="263" r:id="R4c68922e1ece42bc"/>
    <p:sldId xmlns:r="http://schemas.openxmlformats.org/officeDocument/2006/relationships" id="264" r:id="Rdc4cb78e1d8c465e"/>
    <p:sldId xmlns:r="http://schemas.openxmlformats.org/officeDocument/2006/relationships" id="265" r:id="R6b45782256bc4bef"/>
    <p:sldId xmlns:r="http://schemas.openxmlformats.org/officeDocument/2006/relationships" id="266" r:id="Rb387e019ca22432a"/>
    <p:sldId xmlns:r="http://schemas.openxmlformats.org/officeDocument/2006/relationships" id="267" r:id="R9706e548999c45a2"/>
    <p:sldId xmlns:r="http://schemas.openxmlformats.org/officeDocument/2006/relationships" id="268" r:id="Ra285d55ff6db4adb"/>
    <p:sldId xmlns:r="http://schemas.openxmlformats.org/officeDocument/2006/relationships" id="269" r:id="R8c4a7b0a436848df"/>
    <p:sldId xmlns:r="http://schemas.openxmlformats.org/officeDocument/2006/relationships" id="270" r:id="R8959a2ee60e44022"/>
    <p:sldId xmlns:r="http://schemas.openxmlformats.org/officeDocument/2006/relationships" id="271" r:id="R306e3163921f4029"/>
    <p:sldId xmlns:r="http://schemas.openxmlformats.org/officeDocument/2006/relationships" id="272" r:id="Rc1c584f5bfaf4333"/>
    <p:sldId xmlns:r="http://schemas.openxmlformats.org/officeDocument/2006/relationships" id="273" r:id="R33aa7ec37b5940da"/>
    <p:sldId xmlns:r="http://schemas.openxmlformats.org/officeDocument/2006/relationships" id="274" r:id="Rf809f41508a24a0f"/>
    <p:sldId xmlns:r="http://schemas.openxmlformats.org/officeDocument/2006/relationships" id="275" r:id="Rbf4c754c08e0408e"/>
    <p:sldId xmlns:r="http://schemas.openxmlformats.org/officeDocument/2006/relationships" id="276" r:id="R9d2dcc70cce84dac"/>
    <p:sldId xmlns:r="http://schemas.openxmlformats.org/officeDocument/2006/relationships" id="277" r:id="Reb9a5b58abe041d0"/>
    <p:sldId xmlns:r="http://schemas.openxmlformats.org/officeDocument/2006/relationships" id="278" r:id="R7a3d1a04591f4de3"/>
    <p:sldId xmlns:r="http://schemas.openxmlformats.org/officeDocument/2006/relationships" id="279" r:id="R3ef9166ea2d54482"/>
    <p:sldId xmlns:r="http://schemas.openxmlformats.org/officeDocument/2006/relationships" id="280" r:id="R691f68323396472a"/>
    <p:sldId xmlns:r="http://schemas.openxmlformats.org/officeDocument/2006/relationships" id="281" r:id="R67d530f0da23410a"/>
    <p:sldId xmlns:r="http://schemas.openxmlformats.org/officeDocument/2006/relationships" id="282" r:id="R8b1e3e7aae884da5"/>
    <p:sldId xmlns:r="http://schemas.openxmlformats.org/officeDocument/2006/relationships" id="283" r:id="Rc0fecf1d905d47df"/>
    <p:sldId xmlns:r="http://schemas.openxmlformats.org/officeDocument/2006/relationships" id="284" r:id="R4039042e8d5545e4"/>
    <p:sldId xmlns:r="http://schemas.openxmlformats.org/officeDocument/2006/relationships" id="285" r:id="R7a45e56a0ff94509"/>
    <p:sldId xmlns:r="http://schemas.openxmlformats.org/officeDocument/2006/relationships" id="286" r:id="R00629d2c9f8c4fa0"/>
    <p:sldId xmlns:r="http://schemas.openxmlformats.org/officeDocument/2006/relationships" id="287" r:id="R7c82e0a9b3184267"/>
    <p:sldId xmlns:r="http://schemas.openxmlformats.org/officeDocument/2006/relationships" id="288" r:id="R51bbe3bfa06b4af3"/>
    <p:sldId xmlns:r="http://schemas.openxmlformats.org/officeDocument/2006/relationships" id="289" r:id="R75c5258d2d9846ac"/>
    <p:sldId xmlns:r="http://schemas.openxmlformats.org/officeDocument/2006/relationships" id="290" r:id="Ra40fbdc764194838"/>
    <p:sldId xmlns:r="http://schemas.openxmlformats.org/officeDocument/2006/relationships" id="291" r:id="R90e7aa180c964a78"/>
    <p:sldId xmlns:r="http://schemas.openxmlformats.org/officeDocument/2006/relationships" id="292" r:id="R5b655fb265b74d19"/>
    <p:sldId xmlns:r="http://schemas.openxmlformats.org/officeDocument/2006/relationships" id="293" r:id="R29279f167d9e44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4b47caf9c47cd" /><Relationship Type="http://schemas.openxmlformats.org/officeDocument/2006/relationships/slideMaster" Target="/ppt/slideMasters/slideMaster1.xml" Id="R2857c262eff344a6" /><Relationship Type="http://schemas.openxmlformats.org/officeDocument/2006/relationships/notesMaster" Target="/ppt/notesMasters/notesMaster1.xml" Id="R1839bb19f6354dd9" /><Relationship Type="http://schemas.openxmlformats.org/officeDocument/2006/relationships/presProps" Target="/ppt/presProps.xml" Id="Rae14390ca1784633" /><Relationship Type="http://schemas.openxmlformats.org/officeDocument/2006/relationships/tableStyles" Target="/ppt/tableStyles.xml" Id="R0da51b7b678c4781" /><Relationship Type="http://schemas.openxmlformats.org/officeDocument/2006/relationships/slide" Target="/ppt/slides/slide1.xml" Id="R5e4b118dab2c4ba0" /><Relationship Type="http://schemas.openxmlformats.org/officeDocument/2006/relationships/slide" Target="/ppt/slides/slide2.xml" Id="R1729da18c108446e" /><Relationship Type="http://schemas.openxmlformats.org/officeDocument/2006/relationships/slide" Target="/ppt/slides/slide3.xml" Id="Rf6cd63085f3041ed" /><Relationship Type="http://schemas.openxmlformats.org/officeDocument/2006/relationships/slide" Target="/ppt/slides/slide4.xml" Id="R08c2cd4b52274de5" /><Relationship Type="http://schemas.openxmlformats.org/officeDocument/2006/relationships/slide" Target="/ppt/slides/slide5.xml" Id="R41563252087e4903" /><Relationship Type="http://schemas.openxmlformats.org/officeDocument/2006/relationships/slide" Target="/ppt/slides/slide6.xml" Id="R1ff47ecee4eb464b" /><Relationship Type="http://schemas.openxmlformats.org/officeDocument/2006/relationships/slide" Target="/ppt/slides/slide7.xml" Id="R5a20ee3f33e94e71" /><Relationship Type="http://schemas.openxmlformats.org/officeDocument/2006/relationships/slide" Target="/ppt/slides/slide8.xml" Id="R4c68922e1ece42bc" /><Relationship Type="http://schemas.openxmlformats.org/officeDocument/2006/relationships/slide" Target="/ppt/slides/slide9.xml" Id="Rdc4cb78e1d8c465e" /><Relationship Type="http://schemas.openxmlformats.org/officeDocument/2006/relationships/slide" Target="/ppt/slides/slide10.xml" Id="R6b45782256bc4bef" /><Relationship Type="http://schemas.openxmlformats.org/officeDocument/2006/relationships/slide" Target="/ppt/slides/slide11.xml" Id="Rb387e019ca22432a" /><Relationship Type="http://schemas.openxmlformats.org/officeDocument/2006/relationships/slide" Target="/ppt/slides/slide12.xml" Id="R9706e548999c45a2" /><Relationship Type="http://schemas.openxmlformats.org/officeDocument/2006/relationships/slide" Target="/ppt/slides/slide13.xml" Id="Ra285d55ff6db4adb" /><Relationship Type="http://schemas.openxmlformats.org/officeDocument/2006/relationships/slide" Target="/ppt/slides/slide14.xml" Id="R8c4a7b0a436848df" /><Relationship Type="http://schemas.openxmlformats.org/officeDocument/2006/relationships/slide" Target="/ppt/slides/slide15.xml" Id="R8959a2ee60e44022" /><Relationship Type="http://schemas.openxmlformats.org/officeDocument/2006/relationships/slide" Target="/ppt/slides/slide16.xml" Id="R306e3163921f4029" /><Relationship Type="http://schemas.openxmlformats.org/officeDocument/2006/relationships/slide" Target="/ppt/slides/slide17.xml" Id="Rc1c584f5bfaf4333" /><Relationship Type="http://schemas.openxmlformats.org/officeDocument/2006/relationships/slide" Target="/ppt/slides/slide18.xml" Id="R33aa7ec37b5940da" /><Relationship Type="http://schemas.openxmlformats.org/officeDocument/2006/relationships/slide" Target="/ppt/slides/slide19.xml" Id="Rf809f41508a24a0f" /><Relationship Type="http://schemas.openxmlformats.org/officeDocument/2006/relationships/slide" Target="/ppt/slides/slide20.xml" Id="Rbf4c754c08e0408e" /><Relationship Type="http://schemas.openxmlformats.org/officeDocument/2006/relationships/slide" Target="/ppt/slides/slide21.xml" Id="R9d2dcc70cce84dac" /><Relationship Type="http://schemas.openxmlformats.org/officeDocument/2006/relationships/slide" Target="/ppt/slides/slide22.xml" Id="Reb9a5b58abe041d0" /><Relationship Type="http://schemas.openxmlformats.org/officeDocument/2006/relationships/slide" Target="/ppt/slides/slide23.xml" Id="R7a3d1a04591f4de3" /><Relationship Type="http://schemas.openxmlformats.org/officeDocument/2006/relationships/slide" Target="/ppt/slides/slide24.xml" Id="R3ef9166ea2d54482" /><Relationship Type="http://schemas.openxmlformats.org/officeDocument/2006/relationships/slide" Target="/ppt/slides/slide25.xml" Id="R691f68323396472a" /><Relationship Type="http://schemas.openxmlformats.org/officeDocument/2006/relationships/slide" Target="/ppt/slides/slide26.xml" Id="R67d530f0da23410a" /><Relationship Type="http://schemas.openxmlformats.org/officeDocument/2006/relationships/slide" Target="/ppt/slides/slide27.xml" Id="R8b1e3e7aae884da5" /><Relationship Type="http://schemas.openxmlformats.org/officeDocument/2006/relationships/slide" Target="/ppt/slides/slide28.xml" Id="Rc0fecf1d905d47df" /><Relationship Type="http://schemas.openxmlformats.org/officeDocument/2006/relationships/slide" Target="/ppt/slides/slide29.xml" Id="R4039042e8d5545e4" /><Relationship Type="http://schemas.openxmlformats.org/officeDocument/2006/relationships/slide" Target="/ppt/slides/slide30.xml" Id="R7a45e56a0ff94509" /><Relationship Type="http://schemas.openxmlformats.org/officeDocument/2006/relationships/slide" Target="/ppt/slides/slide31.xml" Id="R00629d2c9f8c4fa0" /><Relationship Type="http://schemas.openxmlformats.org/officeDocument/2006/relationships/slide" Target="/ppt/slides/slide32.xml" Id="R7c82e0a9b3184267" /><Relationship Type="http://schemas.openxmlformats.org/officeDocument/2006/relationships/slide" Target="/ppt/slides/slide33.xml" Id="R51bbe3bfa06b4af3" /><Relationship Type="http://schemas.openxmlformats.org/officeDocument/2006/relationships/slide" Target="/ppt/slides/slide34.xml" Id="R75c5258d2d9846ac" /><Relationship Type="http://schemas.openxmlformats.org/officeDocument/2006/relationships/slide" Target="/ppt/slides/slide35.xml" Id="Ra40fbdc764194838" /><Relationship Type="http://schemas.openxmlformats.org/officeDocument/2006/relationships/slide" Target="/ppt/slides/slide36.xml" Id="R90e7aa180c964a78" /><Relationship Type="http://schemas.openxmlformats.org/officeDocument/2006/relationships/slide" Target="/ppt/slides/slide37.xml" Id="R5b655fb265b74d19" /><Relationship Type="http://schemas.openxmlformats.org/officeDocument/2006/relationships/slide" Target="/ppt/slides/slide38.xml" Id="R29279f167d9e44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5f3fe624045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3f605c9ec472b" /><Relationship Type="http://schemas.openxmlformats.org/officeDocument/2006/relationships/notesMaster" Target="/ppt/notesMasters/notesMaster1.xml" Id="R7840dd1805b149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98e1dfb044520" /><Relationship Type="http://schemas.openxmlformats.org/officeDocument/2006/relationships/notesMaster" Target="/ppt/notesMasters/notesMaster1.xml" Id="R5c0227597f01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b9a3e18f24518" /><Relationship Type="http://schemas.openxmlformats.org/officeDocument/2006/relationships/notesMaster" Target="/ppt/notesMasters/notesMaster1.xml" Id="Rada7b62cd36f4c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51423c629454d" /><Relationship Type="http://schemas.openxmlformats.org/officeDocument/2006/relationships/notesMaster" Target="/ppt/notesMasters/notesMaster1.xml" Id="Rfb60327aa809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0d7af88a4d435a" /><Relationship Type="http://schemas.openxmlformats.org/officeDocument/2006/relationships/notesMaster" Target="/ppt/notesMasters/notesMaster1.xml" Id="Raa31e152e950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66469360747a3" /><Relationship Type="http://schemas.openxmlformats.org/officeDocument/2006/relationships/notesMaster" Target="/ppt/notesMasters/notesMaster1.xml" Id="R7362f64fd90844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0ccdec283b4adc" /><Relationship Type="http://schemas.openxmlformats.org/officeDocument/2006/relationships/notesMaster" Target="/ppt/notesMasters/notesMaster1.xml" Id="R4699cc080c8e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89bb97901c4a3c" /><Relationship Type="http://schemas.openxmlformats.org/officeDocument/2006/relationships/notesMaster" Target="/ppt/notesMasters/notesMaster1.xml" Id="R0d31c3b7065043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b35fbbbffa4988" /><Relationship Type="http://schemas.openxmlformats.org/officeDocument/2006/relationships/notesMaster" Target="/ppt/notesMasters/notesMaster1.xml" Id="Rde375766b1e8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ecef3220a74e07" /><Relationship Type="http://schemas.openxmlformats.org/officeDocument/2006/relationships/notesMaster" Target="/ppt/notesMasters/notesMaster1.xml" Id="R252b74257b5f49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377f19a02e4e0f" /><Relationship Type="http://schemas.openxmlformats.org/officeDocument/2006/relationships/notesMaster" Target="/ppt/notesMasters/notesMaster1.xml" Id="R6acb55b0ab5a4d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68b903ae12427f" /><Relationship Type="http://schemas.openxmlformats.org/officeDocument/2006/relationships/notesMaster" Target="/ppt/notesMasters/notesMaster1.xml" Id="Rf93e2e7b45dd45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28333d4a944fa6" /><Relationship Type="http://schemas.openxmlformats.org/officeDocument/2006/relationships/notesMaster" Target="/ppt/notesMasters/notesMaster1.xml" Id="Ra875d908d79c4f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7ea96a61df42a5" /><Relationship Type="http://schemas.openxmlformats.org/officeDocument/2006/relationships/notesMaster" Target="/ppt/notesMasters/notesMaster1.xml" Id="R4975bbedd28349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235bf6f2424cd0" /><Relationship Type="http://schemas.openxmlformats.org/officeDocument/2006/relationships/notesMaster" Target="/ppt/notesMasters/notesMaster1.xml" Id="R9f070758b83d42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c50d832b374062" /><Relationship Type="http://schemas.openxmlformats.org/officeDocument/2006/relationships/notesMaster" Target="/ppt/notesMasters/notesMaster1.xml" Id="R40b77219d61348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3a98a5ec804de8" /><Relationship Type="http://schemas.openxmlformats.org/officeDocument/2006/relationships/notesMaster" Target="/ppt/notesMasters/notesMaster1.xml" Id="R8625ed857cdf40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2b93d8c0094fde" /><Relationship Type="http://schemas.openxmlformats.org/officeDocument/2006/relationships/notesMaster" Target="/ppt/notesMasters/notesMaster1.xml" Id="Rcfedc4c8fb4247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b1c4268978437c" /><Relationship Type="http://schemas.openxmlformats.org/officeDocument/2006/relationships/notesMaster" Target="/ppt/notesMasters/notesMaster1.xml" Id="R47a530c254d442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72481344fe4766" /><Relationship Type="http://schemas.openxmlformats.org/officeDocument/2006/relationships/notesMaster" Target="/ppt/notesMasters/notesMaster1.xml" Id="R9fca957342d148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a957c58fc8474a" /><Relationship Type="http://schemas.openxmlformats.org/officeDocument/2006/relationships/notesMaster" Target="/ppt/notesMasters/notesMaster1.xml" Id="R00fecbec498342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04583293544e58" /><Relationship Type="http://schemas.openxmlformats.org/officeDocument/2006/relationships/notesMaster" Target="/ppt/notesMasters/notesMaster1.xml" Id="Rbd770c80497042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181dc094474776" /><Relationship Type="http://schemas.openxmlformats.org/officeDocument/2006/relationships/notesMaster" Target="/ppt/notesMasters/notesMaster1.xml" Id="R2715c93b3714409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df682294b548c8" /><Relationship Type="http://schemas.openxmlformats.org/officeDocument/2006/relationships/notesMaster" Target="/ppt/notesMasters/notesMaster1.xml" Id="R3fee5f49f06b45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fef6e3c38243ab" /><Relationship Type="http://schemas.openxmlformats.org/officeDocument/2006/relationships/notesMaster" Target="/ppt/notesMasters/notesMaster1.xml" Id="R032c3ad0c1df478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c6a1179c094fe0" /><Relationship Type="http://schemas.openxmlformats.org/officeDocument/2006/relationships/notesMaster" Target="/ppt/notesMasters/notesMaster1.xml" Id="R81721f0424754a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95d552916041ba" /><Relationship Type="http://schemas.openxmlformats.org/officeDocument/2006/relationships/notesMaster" Target="/ppt/notesMasters/notesMaster1.xml" Id="R05227bb174b345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252bf17effc4ede" /><Relationship Type="http://schemas.openxmlformats.org/officeDocument/2006/relationships/notesMaster" Target="/ppt/notesMasters/notesMaster1.xml" Id="R34f5c51b4e2944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fb3a6c98c849c1" /><Relationship Type="http://schemas.openxmlformats.org/officeDocument/2006/relationships/notesMaster" Target="/ppt/notesMasters/notesMaster1.xml" Id="Rc4eb5f8c0b0746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7d01b58ed04658" /><Relationship Type="http://schemas.openxmlformats.org/officeDocument/2006/relationships/notesMaster" Target="/ppt/notesMasters/notesMaster1.xml" Id="R7286487d730248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29ed5264ea47bc" /><Relationship Type="http://schemas.openxmlformats.org/officeDocument/2006/relationships/notesMaster" Target="/ppt/notesMasters/notesMaster1.xml" Id="Ref2ee6d8139c46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5b88d43ee054ec6" /><Relationship Type="http://schemas.openxmlformats.org/officeDocument/2006/relationships/notesMaster" Target="/ppt/notesMasters/notesMaster1.xml" Id="Rcd237e87ca904fe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27fc6f3ec14ac8" /><Relationship Type="http://schemas.openxmlformats.org/officeDocument/2006/relationships/notesMaster" Target="/ppt/notesMasters/notesMaster1.xml" Id="R80ead0edaefd4e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aaf9bf71c214eab" /><Relationship Type="http://schemas.openxmlformats.org/officeDocument/2006/relationships/notesMaster" Target="/ppt/notesMasters/notesMaster1.xml" Id="R2ed29360644348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9d4cd8f92374172" /><Relationship Type="http://schemas.openxmlformats.org/officeDocument/2006/relationships/notesMaster" Target="/ppt/notesMasters/notesMaster1.xml" Id="R7a4f4ea3f29e4ad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02dec9fbcca4fb5" /><Relationship Type="http://schemas.openxmlformats.org/officeDocument/2006/relationships/notesMaster" Target="/ppt/notesMasters/notesMaster1.xml" Id="Rd22e910fcc2a48a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9243fd169df4eae" /><Relationship Type="http://schemas.openxmlformats.org/officeDocument/2006/relationships/notesMaster" Target="/ppt/notesMasters/notesMaster1.xml" Id="Rc6c7189e052743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8d7c4d98fdd4eb3" /><Relationship Type="http://schemas.openxmlformats.org/officeDocument/2006/relationships/notesMaster" Target="/ppt/notesMasters/notesMaster1.xml" Id="R26471afe87b24c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點已經用完，請先向我示意，我會私下提供群組加入方式。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講述：免費建置額度不是固定五次提示。如果今天的 5 點已用完，或可用額度不足，請向我示意，我會私下提供群組加入方式。加入後依現場安排確認是否能繼續實作。若仍無法建置，保留當下狀態，使用離線版完成驗收練習。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操作：查看帳號餘額。由講師私下提供邀請並協助加入群組，確認實作入口可用。群組加入屬環境準備，另外記錄設定時間。指出離線版本作為下一層備援。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檢核：每人知道自己的額度來源。額度用完者能向講師取得群組加入方式；仍無法實作者知道離線檔案位置。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講述：展示採真實議程附件的參考版。今天要完成的是找議程、收藏、重新整理後保留，再加上衝堂提示。這張畫面只是其中一種 UI，不要求學員模仿。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操作：現場開啟離線參考版，搜尋林建宏，收藏 4996、5030，重新整理，確認收藏仍在。切第二版加入 5018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轉場：把傳統開發也放進同一個流程來看。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講述：AI 改變產生程式的方式，但需求確認與成果驗收仍需人負責。手工開發用同一份空白專案，允許查官方文件並關閉 AI 補全。手工及兩套 AI 的獨立計時紀錄若未取得，就會明示。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操作：指出一段等待生成的時間與一段人工檢查的時間，都屬於開發流程。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檢核：確認沒有人把參考解答當成手工實測。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講述：設定與套件安裝另計。每輪從開始處理需求或程式計時，驗收也算進去。到截止時沒通過就保留未完成狀態。不要把截止的十五分鐘寫成十五分鐘完成。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講述：不同平台的點數不能直接當成相同價值。訂閱包含的額度、額外付費與人的時間需要分開。Codex 以 ChatGPT 登入和 API 金鑰登入適用不同計費口徑。公式中的費率與分攤都要寫清楚。 使用講師提供群組者，額度來源要註明；若無法取得個人消耗數據，填未取得，不把講師提供當作工具成本為零。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操作：以學員紀錄表找出可取得與不可取得的欄位。沒有值就保留公式，跨幣別先交代匯率與日期。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檢核：學員不把未知用量當零，也不重複加總除錯時間。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轉場：還有一些影響後續使用的成本，今天只能觀察指標。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的 5 點已用完或額度不足時，講師會私下提供群組加入方式。加入後確認可以繼續操作；若仍無法建置或服務中斷，再使用離線參考版。使用個人額度、講師群組或離線版，皆在紀錄中註明，保留切換原因。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操作：先提供群組加入協助；仍無法接續者，打開 offline/reference-v1.html 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be681363944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b22b7a61347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6ea45363e46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6f680636c45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66f25bde345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9d8a4d3bd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86b43b0da4afb" /><Relationship Type="http://schemas.openxmlformats.org/officeDocument/2006/relationships/slideLayout" Target="/ppt/slideLayouts/slideLayout1.xml" Id="Rd45c4b696f5c4b6b" /><Relationship Type="http://schemas.openxmlformats.org/officeDocument/2006/relationships/slideLayout" Target="/ppt/slideLayouts/slideLayout2.xml" Id="Ra709aea84c764807" /><Relationship Type="http://schemas.openxmlformats.org/officeDocument/2006/relationships/slideLayout" Target="/ppt/slideLayouts/slideLayout3.xml" Id="R450c5d54127a406d" /><Relationship Type="http://schemas.openxmlformats.org/officeDocument/2006/relationships/slideLayout" Target="/ppt/slideLayouts/slideLayout4.xml" Id="Re5f6885797674a8e" /><Relationship Type="http://schemas.openxmlformats.org/officeDocument/2006/relationships/slideLayout" Target="/ppt/slideLayouts/slideLayout5.xml" Id="Rf1350e7d899f405c" /><Relationship Type="http://schemas.openxmlformats.org/officeDocument/2006/relationships/slideLayout" Target="/ppt/slideLayouts/slideLayout6.xml" Id="Rf3940f975f5f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c4b696f5c4b6b"/>
    <p:sldLayoutId xmlns:r="http://schemas.openxmlformats.org/officeDocument/2006/relationships" id="2147483650" r:id="Ra709aea84c764807"/>
    <p:sldLayoutId xmlns:r="http://schemas.openxmlformats.org/officeDocument/2006/relationships" id="2147483651" r:id="R450c5d54127a406d"/>
    <p:sldLayoutId xmlns:r="http://schemas.openxmlformats.org/officeDocument/2006/relationships" id="2147483652" r:id="Re5f6885797674a8e"/>
    <p:sldLayoutId xmlns:r="http://schemas.openxmlformats.org/officeDocument/2006/relationships" id="2147483653" r:id="Rf1350e7d899f405c"/>
    <p:sldLayoutId xmlns:r="http://schemas.openxmlformats.org/officeDocument/2006/relationships" id="2147483654" r:id="Rf3940f975f5f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3cf5db9c04bec" /><Relationship Type="http://schemas.openxmlformats.org/officeDocument/2006/relationships/notesSlide" Target="/ppt/notesSlides/notesSlide1.xml" Id="Rdc9aed7f390042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f5d91ccc94f8d" /><Relationship Type="http://schemas.openxmlformats.org/officeDocument/2006/relationships/notesSlide" Target="/ppt/notesSlides/notesSlide2.xml" Id="Rb0392c5a1ffd41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fbabd139c4811" /><Relationship Type="http://schemas.openxmlformats.org/officeDocument/2006/relationships/notesSlide" Target="/ppt/notesSlides/notesSlide3.xml" Id="R936da65b547146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f9acfec82441d" /><Relationship Type="http://schemas.openxmlformats.org/officeDocument/2006/relationships/notesSlide" Target="/ppt/notesSlides/notesSlide4.xml" Id="R84abd711822541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d270915844e0c" /><Relationship Type="http://schemas.openxmlformats.org/officeDocument/2006/relationships/image" Target="/ppt/media/image.png" Id="Red9c0df44a4d4153" /><Relationship Type="http://schemas.openxmlformats.org/officeDocument/2006/relationships/notesSlide" Target="/ppt/notesSlides/notesSlide5.xml" Id="R768f3c8cfcfb4a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50e2063364fb5" /><Relationship Type="http://schemas.openxmlformats.org/officeDocument/2006/relationships/notesSlide" Target="/ppt/notesSlides/notesSlide6.xml" Id="Re957decd00064c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0cbc335b845bb" /><Relationship Type="http://schemas.openxmlformats.org/officeDocument/2006/relationships/notesSlide" Target="/ppt/notesSlides/notesSlide7.xml" Id="R6b86be1a4890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beb6e87b44573" /><Relationship Type="http://schemas.openxmlformats.org/officeDocument/2006/relationships/notesSlide" Target="/ppt/notesSlides/notesSlide8.xml" Id="R08946186c7de4d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539238e684636" /><Relationship Type="http://schemas.openxmlformats.org/officeDocument/2006/relationships/notesSlide" Target="/ppt/notesSlides/notesSlide9.xml" Id="Ra2c696592f6a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e7c154dd14b2e" /><Relationship Type="http://schemas.openxmlformats.org/officeDocument/2006/relationships/notesSlide" Target="/ppt/notesSlides/notesSlide10.xml" Id="R653aa3b0bfa745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31463b86e45c9" /><Relationship Type="http://schemas.openxmlformats.org/officeDocument/2006/relationships/notesSlide" Target="/ppt/notesSlides/notesSlide11.xml" Id="R75974d17165c42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9c7a9474840f1" /><Relationship Type="http://schemas.openxmlformats.org/officeDocument/2006/relationships/hyperlink" Target="https://hwdc.ithome.com.tw/2026/agenda" TargetMode="External" Id="R63d51eca74bd49e9" /><Relationship Type="http://schemas.openxmlformats.org/officeDocument/2006/relationships/hyperlink" Target="https://github.com/Wolke/hwdc-2026-ai-cli-vs-lovable/blob/main/HWDC-workshop/materials/hwdc-agenda-2026.json" TargetMode="External" Id="Reb1b4676a1a74ca5" /><Relationship Type="http://schemas.openxmlformats.org/officeDocument/2006/relationships/hyperlink" Target="https://github.com/Wolke/hwdc-2026-ai-cli-vs-lovable/blob/main/HWDC-workshop/materials/hwdc-agenda-2026.json" TargetMode="External" Id="R75aeb5e8b4754a91" /><Relationship Type="http://schemas.openxmlformats.org/officeDocument/2006/relationships/notesSlide" Target="/ppt/notesSlides/notesSlide12.xml" Id="R162d566050b348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0466c6e79457a" /><Relationship Type="http://schemas.openxmlformats.org/officeDocument/2006/relationships/notesSlide" Target="/ppt/notesSlides/notesSlide13.xml" Id="Rf1f4b191d9d14d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62af73fae4982" /><Relationship Type="http://schemas.openxmlformats.org/officeDocument/2006/relationships/image" Target="/ppt/media/image2.png" Id="R11e868ed3a984f87" /><Relationship Type="http://schemas.openxmlformats.org/officeDocument/2006/relationships/notesSlide" Target="/ppt/notesSlides/notesSlide14.xml" Id="Re3728a0e827040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77559912141d0" /><Relationship Type="http://schemas.openxmlformats.org/officeDocument/2006/relationships/notesSlide" Target="/ppt/notesSlides/notesSlide15.xml" Id="R2c6399be06574c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7283c61c5436a" /><Relationship Type="http://schemas.openxmlformats.org/officeDocument/2006/relationships/notesSlide" Target="/ppt/notesSlides/notesSlide16.xml" Id="Refd36299f7a74d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92a659cc94019" /><Relationship Type="http://schemas.openxmlformats.org/officeDocument/2006/relationships/notesSlide" Target="/ppt/notesSlides/notesSlide17.xml" Id="R8c744837ea5648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5dec7d7a142a1" /><Relationship Type="http://schemas.openxmlformats.org/officeDocument/2006/relationships/notesSlide" Target="/ppt/notesSlides/notesSlide18.xml" Id="Rc5755004afdb47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74f1a86844fef" /><Relationship Type="http://schemas.openxmlformats.org/officeDocument/2006/relationships/image" Target="/ppt/media/image3.png" Id="R6a75763bac064864" /><Relationship Type="http://schemas.openxmlformats.org/officeDocument/2006/relationships/notesSlide" Target="/ppt/notesSlides/notesSlide19.xml" Id="Ra657fb5092b448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28e33b0214e42" /><Relationship Type="http://schemas.openxmlformats.org/officeDocument/2006/relationships/image" Target="/ppt/media/image4.png" Id="R310b2798bb4645cc" /><Relationship Type="http://schemas.openxmlformats.org/officeDocument/2006/relationships/notesSlide" Target="/ppt/notesSlides/notesSlide20.xml" Id="R2d6465bef60342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929a18d9141c7" /><Relationship Type="http://schemas.openxmlformats.org/officeDocument/2006/relationships/notesSlide" Target="/ppt/notesSlides/notesSlide21.xml" Id="Rbe62d2f1880c48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6e4593f5f4f8a" /><Relationship Type="http://schemas.openxmlformats.org/officeDocument/2006/relationships/notesSlide" Target="/ppt/notesSlides/notesSlide22.xml" Id="R1111fdbed60448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bbd1b1c0d43c4" /><Relationship Type="http://schemas.openxmlformats.org/officeDocument/2006/relationships/notesSlide" Target="/ppt/notesSlides/notesSlide23.xml" Id="R5abacac585b347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33bb74ab24c79" /><Relationship Type="http://schemas.openxmlformats.org/officeDocument/2006/relationships/image" Target="/ppt/media/image5.png" Id="Rcd52420732b1425e" /><Relationship Type="http://schemas.openxmlformats.org/officeDocument/2006/relationships/notesSlide" Target="/ppt/notesSlides/notesSlide24.xml" Id="R6b8dfeaaca2646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7bf6cfbdc4349" /><Relationship Type="http://schemas.openxmlformats.org/officeDocument/2006/relationships/notesSlide" Target="/ppt/notesSlides/notesSlide25.xml" Id="R768c7fca96df45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8aa280148494d" /><Relationship Type="http://schemas.openxmlformats.org/officeDocument/2006/relationships/notesSlide" Target="/ppt/notesSlides/notesSlide26.xml" Id="Ra4ffbf219d4549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800a832be4e17" /><Relationship Type="http://schemas.openxmlformats.org/officeDocument/2006/relationships/notesSlide" Target="/ppt/notesSlides/notesSlide27.xml" Id="R6c5bc57d2d0848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3aeb3913f49a0" /><Relationship Type="http://schemas.openxmlformats.org/officeDocument/2006/relationships/image" Target="/ppt/media/image6.png" Id="R5a94209acb374759" /><Relationship Type="http://schemas.openxmlformats.org/officeDocument/2006/relationships/notesSlide" Target="/ppt/notesSlides/notesSlide28.xml" Id="Rd3fcdd463c564b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5cd743ec04035" /><Relationship Type="http://schemas.openxmlformats.org/officeDocument/2006/relationships/notesSlide" Target="/ppt/notesSlides/notesSlide29.xml" Id="R189ccf927e2148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6b8ecb61a462f" /><Relationship Type="http://schemas.openxmlformats.org/officeDocument/2006/relationships/notesSlide" Target="/ppt/notesSlides/notesSlide30.xml" Id="R2793785e7e7546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e1082f0424cc7" /><Relationship Type="http://schemas.openxmlformats.org/officeDocument/2006/relationships/notesSlide" Target="/ppt/notesSlides/notesSlide31.xml" Id="R7237f21c30554c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96b8e3e7045eb" /><Relationship Type="http://schemas.openxmlformats.org/officeDocument/2006/relationships/notesSlide" Target="/ppt/notesSlides/notesSlide32.xml" Id="R2dcb8e6558c747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b707a3b3d48cc" /><Relationship Type="http://schemas.openxmlformats.org/officeDocument/2006/relationships/notesSlide" Target="/ppt/notesSlides/notesSlide33.xml" Id="Re59b0cbbd4bd4a0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5ed74137c42b9" /><Relationship Type="http://schemas.openxmlformats.org/officeDocument/2006/relationships/notesSlide" Target="/ppt/notesSlides/notesSlide34.xml" Id="R2bb3b8f331e246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15385b5264059" /><Relationship Type="http://schemas.openxmlformats.org/officeDocument/2006/relationships/notesSlide" Target="/ppt/notesSlides/notesSlide35.xml" Id="R3d9ed4431783484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7e24028024995" /><Relationship Type="http://schemas.openxmlformats.org/officeDocument/2006/relationships/hyperlink" Target="https://www.rfc-editor.org/rfc/rfc5545" TargetMode="External" Id="Rc7e528b4b30e495e" /><Relationship Type="http://schemas.openxmlformats.org/officeDocument/2006/relationships/notesSlide" Target="/ppt/notesSlides/notesSlide36.xml" Id="Rba9968e1e87448b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4ec6671444e89" /><Relationship Type="http://schemas.openxmlformats.org/officeDocument/2006/relationships/notesSlide" Target="/ppt/notesSlides/notesSlide37.xml" Id="R8660722b8cd743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05b290b934c71" /><Relationship Type="http://schemas.openxmlformats.org/officeDocument/2006/relationships/hyperlink" Target="https://hwdc.ithome.com.tw/2026/agenda" TargetMode="External" Id="Re69485c5134d4da5" /><Relationship Type="http://schemas.openxmlformats.org/officeDocument/2006/relationships/hyperlink" Target="https://docs.lovable.dev/introduction/faq" TargetMode="External" Id="R9807567f269e4454" /><Relationship Type="http://schemas.openxmlformats.org/officeDocument/2006/relationships/hyperlink" Target="https://docs.lovable.dev/introduction/credits-and-usage" TargetMode="External" Id="Rcc27d3c27c6d466f" /><Relationship Type="http://schemas.openxmlformats.org/officeDocument/2006/relationships/hyperlink" Target="https://learn.chatgpt.com/docs/quickstart" TargetMode="External" Id="R541c680fdaa44abd" /><Relationship Type="http://schemas.openxmlformats.org/officeDocument/2006/relationships/hyperlink" Target="https://learn.chatgpt.com/docs/auth" TargetMode="External" Id="R57cfa38db8a343eb" /><Relationship Type="http://schemas.openxmlformats.org/officeDocument/2006/relationships/hyperlink" Target="https://www.rfc-editor.org/rfc/rfc5545" TargetMode="External" Id="R164f29c491484b89" /><Relationship Type="http://schemas.openxmlformats.org/officeDocument/2006/relationships/notesSlide" Target="/ppt/notesSlides/notesSlide38.xml" Id="R4894b62c88d043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額度與求助方式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04B0F0-A286-4C16-AE9D-AF725FD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先看餘額，再開始實作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97567-1196-4964-84ED-37F830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免費建置額度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FC92C-496F-4DD3-B6D3-35BB01D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點／日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031012-4C42-4D3F-8F02-53A7366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另有每月 30 點上限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每次建置耗點依任務而異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D3031A-CF45-400F-B89D-DCF87A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 5 點已用完？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C92A5-F6E7-4028-BCA5-DB73FE1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請先向講師示意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709311A-29EC-461D-BBE8-15C9BF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講師私下提供群組加入方式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223ADC-F623-4DB2-AE76-1DAD693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482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加入後確認可繼續實作</a:t>
            </a:r>
          </a:p>
        </p:txBody>
      </p:sp>
      <p:sp>
        <p:nvSpPr>
          <p:cNvPr id="12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BD9B612A-2F47-4CDC-BE22-AFC161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若仍無法建置或卡關超過 2 分鐘，保留紀錄後使用離線版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58E95-BD8E-4CFD-B7C6-75DA7A20B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c0df44a4d41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真實議程參考解答，UI 只是其中一種可能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同一份真實附件、UX 一致，UI 自由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最後互相試用：相同任務，不同介面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4B7F9-F006-416A-8B03-066DE23F40FF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三種開發流程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C6EED3-50AD-45D3-AD82-F58F80C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手工開發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44A69D-75D7-4F4E-8144-61359DF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自行拆解與實作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CA2B2E6-3446-4536-B066-DBECEEB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查文件、執行、除錯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7128A1-463B-417F-93D8-04DFC7F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由講師課前計時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描述需求與資料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平台建置及預覽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檢查後提出修改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App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開啟本機專案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代理修改並執行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查看差異與驗收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三條路徑都需要人確認「完成」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C492F-E1F7-416D-9A4A-17F2D0EF760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3d51eca74bd49e9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b1b4676a1a74ca5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5aeb5e8b4754a91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5281C-B010-4A49-B2CF-7FBD94678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868ed3a984f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288FA-C643-49FD-9F0B-A1D26C999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5763bac0648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02DC9-C639-4323-9EDA-77E60B9DFD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b2798bb46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A130D-0250-4CE3-B741-6D78FC25CED3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EB095-579A-45D2-9925-3C07809688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2420732b142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239E-F14F-4CDE-A396-E814E209DE1B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開發方式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手工開發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費用與開發工時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B8D309-ED7C-428C-9D94-CBBED3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固定費用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BCAC6D-D942-4107-BF54-9A61D91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訂閱費與分攤假設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3A09DC-81D3-4B04-9BEC-2227F9B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額外用量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82525-9AD2-4917-882A-5399CB3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加購、API 費用及原始單位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5DE7A4-7FC3-48B3-BA56-C9D0C45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人的投入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5FF8DB5-D87E-494F-858E-4C03C64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主動操作與等待分開記錄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338A73-E415-4199-AC73-F02589D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專案估算＝訂閱分攤＋額外用量費＋人工作業時數 × 時薪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6CE3E-4491-431D-B367-DC85C5688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4209acb3747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14872-99FB-4C50-BDF4-F334E11FBE3D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AF1F-7F04-4965-AC24-A35C4F1EEDAC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905250"/>
                <a:gridCol w="3962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餘額與未完成項目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向講師取得群組加入方式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當下畫面與時間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指令與錯誤原文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4FC2B5E4-8189-42B7-BEE1-552D4D81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7e528b4b30e495e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122D1-FBAA-4311-8C60-EFCE99327FC1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69485c5134d4da5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807567f269e4454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c27d3c27c6d466f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41c680fdaa44abd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7cfa38db8a343eb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64f29c491484b89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2026-10-13T07:03:19.1820000Z</dcterms:created>
  <dcterms:modified xsi:type="dcterms:W3CDTF">2026-10-13T07:03:19.1820000Z</dcterms:modified>
</coreProperties>
</file>